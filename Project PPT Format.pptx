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Lst>
  <p:notesMasterIdLst>
    <p:notesMasterId r:id="rId13"/>
  </p:notesMasterIdLst>
  <p:handoutMasterIdLst>
    <p:handoutMasterId r:id="rId14"/>
  </p:handoutMasterIdLst>
  <p:sldIdLst>
    <p:sldId id="259" r:id="rId2"/>
    <p:sldId id="505" r:id="rId3"/>
    <p:sldId id="510" r:id="rId4"/>
    <p:sldId id="509" r:id="rId5"/>
    <p:sldId id="507" r:id="rId6"/>
    <p:sldId id="508" r:id="rId7"/>
    <p:sldId id="506" r:id="rId8"/>
    <p:sldId id="514" r:id="rId9"/>
    <p:sldId id="512" r:id="rId10"/>
    <p:sldId id="513" r:id="rId11"/>
    <p:sldId id="482" r:id="rId12"/>
  </p:sldIdLst>
  <p:sldSz cx="9144000" cy="6858000" type="screen4x3"/>
  <p:notesSz cx="6858000" cy="9144000"/>
  <p:custDataLst>
    <p:tags r:id="rId15"/>
  </p:custDataLst>
  <p:defaultTextStyle>
    <a:defPPr>
      <a:defRPr lang="en-IN"/>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9F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707EB9-1DFD-6589-86D8-C3F94C0E53D0}" v="27" dt="2026-05-21T13:42:11.989"/>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38" autoAdjust="0"/>
    <p:restoredTop sz="94660"/>
  </p:normalViewPr>
  <p:slideViewPr>
    <p:cSldViewPr>
      <p:cViewPr>
        <p:scale>
          <a:sx n="80" d="100"/>
          <a:sy n="80" d="100"/>
        </p:scale>
        <p:origin x="-1032" y="-72"/>
      </p:cViewPr>
      <p:guideLst>
        <p:guide orient="horz" pos="2160"/>
        <p:guide pos="2880"/>
      </p:guideLst>
    </p:cSldViewPr>
  </p:slideViewPr>
  <p:notesTextViewPr>
    <p:cViewPr>
      <p:scale>
        <a:sx n="100" d="100"/>
        <a:sy n="100" d="100"/>
      </p:scale>
      <p:origin x="0" y="0"/>
    </p:cViewPr>
  </p:notesTextViewPr>
  <p:notesViewPr>
    <p:cSldViewPr>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73F697-B00D-4FFC-8F1C-803F38F7D87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1617C8B-2146-452F-BA1A-94C836CEAF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B4AAA6-767F-4839-849C-8C653382D845}" type="datetimeFigureOut">
              <a:rPr lang="en-IN" smtClean="0"/>
              <a:t>21-05-2026</a:t>
            </a:fld>
            <a:endParaRPr lang="en-IN"/>
          </a:p>
        </p:txBody>
      </p:sp>
      <p:sp>
        <p:nvSpPr>
          <p:cNvPr id="4" name="Footer Placeholder 3">
            <a:extLst>
              <a:ext uri="{FF2B5EF4-FFF2-40B4-BE49-F238E27FC236}">
                <a16:creationId xmlns:a16="http://schemas.microsoft.com/office/drawing/2014/main" id="{060C92CC-175A-4CD3-8D40-D9647643F2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FB48F31-881A-46B5-93F9-FC633D4FF8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1EBA2D-2A9A-4682-BB3F-F42E6B89721F}" type="slidenum">
              <a:rPr lang="en-IN" smtClean="0"/>
              <a:t>‹#›</a:t>
            </a:fld>
            <a:endParaRPr lang="en-IN"/>
          </a:p>
        </p:txBody>
      </p:sp>
    </p:spTree>
    <p:extLst>
      <p:ext uri="{BB962C8B-B14F-4D97-AF65-F5344CB8AC3E}">
        <p14:creationId xmlns:p14="http://schemas.microsoft.com/office/powerpoint/2010/main" val="1325152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E4E18B-DFF3-4B0D-8276-DB13269D823A}" type="datetimeFigureOut">
              <a:rPr lang="en-US" smtClean="0"/>
              <a:pPr/>
              <a:t>5/21/2026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38BDC0-1E05-4A86-9E10-3C5AEE1881BA}" type="slidenum">
              <a:rPr lang="en-IN" smtClean="0"/>
              <a:pPr/>
              <a:t>‹#›</a:t>
            </a:fld>
            <a:endParaRPr lang="en-IN"/>
          </a:p>
        </p:txBody>
      </p:sp>
    </p:spTree>
    <p:extLst>
      <p:ext uri="{BB962C8B-B14F-4D97-AF65-F5344CB8AC3E}">
        <p14:creationId xmlns:p14="http://schemas.microsoft.com/office/powerpoint/2010/main" val="347802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8" name="Google Shape;11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 person wearing a red shirt&#10;&#10;Description automatically generated with low confidence">
            <a:extLst>
              <a:ext uri="{FF2B5EF4-FFF2-40B4-BE49-F238E27FC236}">
                <a16:creationId xmlns:a16="http://schemas.microsoft.com/office/drawing/2014/main" id="{C79E3F48-C719-0D96-04DC-0676BFEA26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3112" y="278587"/>
            <a:ext cx="8437778" cy="6300826"/>
          </a:xfrm>
          <a:prstGeom prst="rect">
            <a:avLst/>
          </a:prstGeom>
        </p:spPr>
      </p:pic>
      <p:sp>
        <p:nvSpPr>
          <p:cNvPr id="6" name="Flowchart: Connector 5">
            <a:extLst>
              <a:ext uri="{FF2B5EF4-FFF2-40B4-BE49-F238E27FC236}">
                <a16:creationId xmlns:a16="http://schemas.microsoft.com/office/drawing/2014/main" id="{EE773701-A15A-67DF-7678-31E962440BBE}"/>
              </a:ext>
            </a:extLst>
          </p:cNvPr>
          <p:cNvSpPr/>
          <p:nvPr userDrawn="1"/>
        </p:nvSpPr>
        <p:spPr>
          <a:xfrm>
            <a:off x="4788024" y="1700808"/>
            <a:ext cx="2952328" cy="2952328"/>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descr="Logo, company name&#10;&#10;Description automatically generated">
            <a:extLst>
              <a:ext uri="{FF2B5EF4-FFF2-40B4-BE49-F238E27FC236}">
                <a16:creationId xmlns:a16="http://schemas.microsoft.com/office/drawing/2014/main" id="{A7BF1437-C25B-D446-BEE1-396D1CEE94F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16874" y="2407801"/>
            <a:ext cx="2494631" cy="1538342"/>
          </a:xfrm>
          <a:prstGeom prst="rect">
            <a:avLst/>
          </a:prstGeom>
        </p:spPr>
      </p:pic>
    </p:spTree>
    <p:extLst>
      <p:ext uri="{BB962C8B-B14F-4D97-AF65-F5344CB8AC3E}">
        <p14:creationId xmlns:p14="http://schemas.microsoft.com/office/powerpoint/2010/main" val="3228085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B56BCCE-ECAE-1AA2-06F3-0F7B03D57535}"/>
              </a:ext>
            </a:extLst>
          </p:cNvPr>
          <p:cNvSpPr/>
          <p:nvPr userDrawn="1"/>
        </p:nvSpPr>
        <p:spPr>
          <a:xfrm>
            <a:off x="343800" y="279000"/>
            <a:ext cx="8456400" cy="6300000"/>
          </a:xfrm>
          <a:custGeom>
            <a:avLst/>
            <a:gdLst>
              <a:gd name="connsiteX0" fmla="*/ 145089 w 8456400"/>
              <a:gd name="connsiteY0" fmla="*/ 0 h 6300000"/>
              <a:gd name="connsiteX1" fmla="*/ 7126200 w 8456400"/>
              <a:gd name="connsiteY1" fmla="*/ 0 h 6300000"/>
              <a:gd name="connsiteX2" fmla="*/ 7126200 w 8456400"/>
              <a:gd name="connsiteY2" fmla="*/ 640048 h 6300000"/>
              <a:gd name="connsiteX3" fmla="*/ 7287152 w 8456400"/>
              <a:gd name="connsiteY3" fmla="*/ 801000 h 6300000"/>
              <a:gd name="connsiteX4" fmla="*/ 8456400 w 8456400"/>
              <a:gd name="connsiteY4" fmla="*/ 801000 h 6300000"/>
              <a:gd name="connsiteX5" fmla="*/ 8456400 w 8456400"/>
              <a:gd name="connsiteY5" fmla="*/ 6154911 h 6300000"/>
              <a:gd name="connsiteX6" fmla="*/ 8311311 w 8456400"/>
              <a:gd name="connsiteY6" fmla="*/ 6300000 h 6300000"/>
              <a:gd name="connsiteX7" fmla="*/ 145089 w 8456400"/>
              <a:gd name="connsiteY7" fmla="*/ 6300000 h 6300000"/>
              <a:gd name="connsiteX8" fmla="*/ 0 w 8456400"/>
              <a:gd name="connsiteY8" fmla="*/ 6154911 h 6300000"/>
              <a:gd name="connsiteX9" fmla="*/ 0 w 8456400"/>
              <a:gd name="connsiteY9" fmla="*/ 145089 h 6300000"/>
              <a:gd name="connsiteX10" fmla="*/ 145089 w 8456400"/>
              <a:gd name="connsiteY10" fmla="*/ 0 h 63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56400" h="6300000">
                <a:moveTo>
                  <a:pt x="145089" y="0"/>
                </a:moveTo>
                <a:lnTo>
                  <a:pt x="7126200" y="0"/>
                </a:lnTo>
                <a:lnTo>
                  <a:pt x="7126200" y="640048"/>
                </a:lnTo>
                <a:cubicBezTo>
                  <a:pt x="7126200" y="728939"/>
                  <a:pt x="7198261" y="801000"/>
                  <a:pt x="7287152" y="801000"/>
                </a:cubicBezTo>
                <a:lnTo>
                  <a:pt x="8456400" y="801000"/>
                </a:lnTo>
                <a:lnTo>
                  <a:pt x="8456400" y="6154911"/>
                </a:lnTo>
                <a:cubicBezTo>
                  <a:pt x="8456400" y="6235041"/>
                  <a:pt x="8391441" y="6300000"/>
                  <a:pt x="8311311" y="6300000"/>
                </a:cubicBezTo>
                <a:lnTo>
                  <a:pt x="145089" y="6300000"/>
                </a:lnTo>
                <a:cubicBezTo>
                  <a:pt x="64959" y="6300000"/>
                  <a:pt x="0" y="6235041"/>
                  <a:pt x="0" y="6154911"/>
                </a:cubicBezTo>
                <a:lnTo>
                  <a:pt x="0" y="145089"/>
                </a:lnTo>
                <a:cubicBezTo>
                  <a:pt x="0" y="64959"/>
                  <a:pt x="64959" y="0"/>
                  <a:pt x="145089" y="0"/>
                </a:cubicBezTo>
                <a:close/>
              </a:path>
            </a:pathLst>
          </a:custGeom>
          <a:solidFill>
            <a:srgbClr val="C0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 name="Title 8">
            <a:extLst>
              <a:ext uri="{FF2B5EF4-FFF2-40B4-BE49-F238E27FC236}">
                <a16:creationId xmlns:a16="http://schemas.microsoft.com/office/drawing/2014/main" id="{9892D844-A96A-E5E6-A16B-51D130D673AE}"/>
              </a:ext>
            </a:extLst>
          </p:cNvPr>
          <p:cNvSpPr>
            <a:spLocks noGrp="1"/>
          </p:cNvSpPr>
          <p:nvPr>
            <p:ph type="title"/>
          </p:nvPr>
        </p:nvSpPr>
        <p:spPr>
          <a:xfrm>
            <a:off x="1047187" y="1916834"/>
            <a:ext cx="6954791" cy="1006035"/>
          </a:xfrm>
        </p:spPr>
        <p:txBody>
          <a:bodyPr/>
          <a:lstStyle>
            <a:lvl1pPr>
              <a:defRPr>
                <a:solidFill>
                  <a:schemeClr val="bg1"/>
                </a:solidFill>
              </a:defRPr>
            </a:lvl1pPr>
          </a:lstStyle>
          <a:p>
            <a:r>
              <a:rPr lang="en-US"/>
              <a:t>Click to edit Master title style</a:t>
            </a:r>
            <a:endParaRPr lang="en-IN"/>
          </a:p>
        </p:txBody>
      </p:sp>
      <p:sp>
        <p:nvSpPr>
          <p:cNvPr id="12" name="Text Placeholder 11">
            <a:extLst>
              <a:ext uri="{FF2B5EF4-FFF2-40B4-BE49-F238E27FC236}">
                <a16:creationId xmlns:a16="http://schemas.microsoft.com/office/drawing/2014/main" id="{AD3DBA5F-BC2F-2B2A-C853-ED5844E3E040}"/>
              </a:ext>
            </a:extLst>
          </p:cNvPr>
          <p:cNvSpPr>
            <a:spLocks noGrp="1"/>
          </p:cNvSpPr>
          <p:nvPr>
            <p:ph type="body" sz="quarter" idx="10"/>
          </p:nvPr>
        </p:nvSpPr>
        <p:spPr>
          <a:xfrm>
            <a:off x="1042989" y="2924175"/>
            <a:ext cx="6769100" cy="1944688"/>
          </a:xfrm>
        </p:spPr>
        <p:txBody>
          <a:bodyPr/>
          <a:lstStyle>
            <a:lvl1pPr marL="203597" indent="-203597">
              <a:defRPr/>
            </a:lvl1pPr>
            <a:lvl2pPr marL="400050" indent="-196454">
              <a:defRPr/>
            </a:lvl2pPr>
            <a:lvl3pPr marL="604838" indent="-204788">
              <a:defRPr/>
            </a:lvl3pPr>
            <a:lvl4pPr marL="808435" indent="-203597">
              <a:defRPr/>
            </a:lvl4pPr>
            <a:lvl5pPr marL="1012031" indent="-20359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571751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75003347-DEB3-4E4F-BC15-EAF0B37BF365}"/>
              </a:ext>
            </a:extLst>
          </p:cNvPr>
          <p:cNvSpPr>
            <a:spLocks noGrp="1"/>
          </p:cNvSpPr>
          <p:nvPr>
            <p:ph type="sldNum" sz="quarter" idx="16"/>
          </p:nvPr>
        </p:nvSpPr>
        <p:spPr/>
        <p:txBody>
          <a:bodyPr/>
          <a:lstStyle>
            <a:lvl1pPr>
              <a:defRPr/>
            </a:lvl1pPr>
          </a:lstStyle>
          <a:p>
            <a:fld id="{8725687D-C4BB-4170-8738-C54F5060FC5B}" type="slidenum">
              <a:rPr lang="en-IN" smtClean="0"/>
              <a:pPr/>
              <a:t>‹#›</a:t>
            </a:fld>
            <a:endParaRPr lang="en-IN"/>
          </a:p>
        </p:txBody>
      </p:sp>
      <p:pic>
        <p:nvPicPr>
          <p:cNvPr id="5" name="Picture 4" descr="A person in a suit&#10;&#10;Description automatically generated with low confidence">
            <a:extLst>
              <a:ext uri="{FF2B5EF4-FFF2-40B4-BE49-F238E27FC236}">
                <a16:creationId xmlns:a16="http://schemas.microsoft.com/office/drawing/2014/main" id="{DFE9B065-4797-AFE0-7199-1506F7F892A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5577" y="1517488"/>
            <a:ext cx="3572263" cy="3855728"/>
          </a:xfrm>
          <a:prstGeom prst="rect">
            <a:avLst/>
          </a:prstGeom>
        </p:spPr>
      </p:pic>
      <p:sp>
        <p:nvSpPr>
          <p:cNvPr id="8" name="Title 4">
            <a:extLst>
              <a:ext uri="{FF2B5EF4-FFF2-40B4-BE49-F238E27FC236}">
                <a16:creationId xmlns:a16="http://schemas.microsoft.com/office/drawing/2014/main" id="{E0326E72-3F86-8836-5001-45B3ADE2126B}"/>
              </a:ext>
            </a:extLst>
          </p:cNvPr>
          <p:cNvSpPr>
            <a:spLocks noGrp="1"/>
          </p:cNvSpPr>
          <p:nvPr>
            <p:ph type="title"/>
          </p:nvPr>
        </p:nvSpPr>
        <p:spPr>
          <a:xfrm>
            <a:off x="1907705" y="1794100"/>
            <a:ext cx="2291158" cy="597166"/>
          </a:xfrm>
        </p:spPr>
        <p:txBody>
          <a:bodyPr/>
          <a:lstStyle/>
          <a:p>
            <a:r>
              <a:rPr lang="en-US" dirty="0"/>
              <a:t>Introduction </a:t>
            </a:r>
            <a:endParaRPr lang="en-IN" dirty="0"/>
          </a:p>
        </p:txBody>
      </p:sp>
      <p:sp>
        <p:nvSpPr>
          <p:cNvPr id="7" name="Text Placeholder 6">
            <a:extLst>
              <a:ext uri="{FF2B5EF4-FFF2-40B4-BE49-F238E27FC236}">
                <a16:creationId xmlns:a16="http://schemas.microsoft.com/office/drawing/2014/main" id="{BCE9C365-DBA6-1876-FF2B-59AB7CA7ECB0}"/>
              </a:ext>
            </a:extLst>
          </p:cNvPr>
          <p:cNvSpPr>
            <a:spLocks noGrp="1"/>
          </p:cNvSpPr>
          <p:nvPr>
            <p:ph type="body" sz="quarter" idx="17"/>
          </p:nvPr>
        </p:nvSpPr>
        <p:spPr>
          <a:xfrm>
            <a:off x="4716464" y="1412877"/>
            <a:ext cx="3887787" cy="4176713"/>
          </a:xfrm>
        </p:spPr>
        <p:txBody>
          <a:bodyPr/>
          <a:lstStyle>
            <a:lvl1pPr marL="203597" indent="-203597">
              <a:defRPr/>
            </a:lvl1pPr>
            <a:lvl2pPr marL="400050" indent="-196454">
              <a:defRPr/>
            </a:lvl2pPr>
            <a:lvl3pPr marL="604838" indent="-204788">
              <a:defRPr/>
            </a:lvl3pPr>
            <a:lvl4pPr marL="808435" indent="-203597">
              <a:defRPr/>
            </a:lvl4pPr>
            <a:lvl5pPr marL="1012031" indent="-20359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283354653"/>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3" name="Picture Placeholder 12"/>
          <p:cNvSpPr>
            <a:spLocks noGrp="1"/>
          </p:cNvSpPr>
          <p:nvPr>
            <p:ph type="pic" sz="quarter" idx="13"/>
          </p:nvPr>
        </p:nvSpPr>
        <p:spPr>
          <a:xfrm>
            <a:off x="4967972" y="692698"/>
            <a:ext cx="2163405" cy="1665257"/>
          </a:xfrm>
        </p:spPr>
        <p:txBody>
          <a:bodyPr rtlCol="0">
            <a:normAutofit/>
          </a:bodyPr>
          <a:lstStyle/>
          <a:p>
            <a:pPr lvl="0"/>
            <a:r>
              <a:rPr lang="en-US" noProof="0"/>
              <a:t>Click icon to add picture</a:t>
            </a:r>
            <a:endParaRPr lang="en-IN" noProof="0"/>
          </a:p>
        </p:txBody>
      </p:sp>
      <p:sp>
        <p:nvSpPr>
          <p:cNvPr id="15" name="Content Placeholder 14"/>
          <p:cNvSpPr>
            <a:spLocks noGrp="1"/>
          </p:cNvSpPr>
          <p:nvPr>
            <p:ph sz="quarter" idx="14"/>
          </p:nvPr>
        </p:nvSpPr>
        <p:spPr>
          <a:xfrm>
            <a:off x="4956374" y="2564906"/>
            <a:ext cx="3288035" cy="3127761"/>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8" name="Slide Number Placeholder 5">
            <a:extLst>
              <a:ext uri="{FF2B5EF4-FFF2-40B4-BE49-F238E27FC236}">
                <a16:creationId xmlns:a16="http://schemas.microsoft.com/office/drawing/2014/main" id="{FAB290A2-4333-4013-94E7-A31F4E6D7FBD}"/>
              </a:ext>
            </a:extLst>
          </p:cNvPr>
          <p:cNvSpPr>
            <a:spLocks noGrp="1"/>
          </p:cNvSpPr>
          <p:nvPr>
            <p:ph type="sldNum" sz="quarter" idx="16"/>
          </p:nvPr>
        </p:nvSpPr>
        <p:spPr/>
        <p:txBody>
          <a:bodyPr/>
          <a:lstStyle>
            <a:lvl1pPr>
              <a:defRPr/>
            </a:lvl1pPr>
          </a:lstStyle>
          <a:p>
            <a:fld id="{8725687D-C4BB-4170-8738-C54F5060FC5B}" type="slidenum">
              <a:rPr lang="en-IN" smtClean="0"/>
              <a:pPr/>
              <a:t>‹#›</a:t>
            </a:fld>
            <a:endParaRPr lang="en-IN"/>
          </a:p>
        </p:txBody>
      </p:sp>
      <p:pic>
        <p:nvPicPr>
          <p:cNvPr id="4" name="Picture 3" descr="A person in a suit&#10;&#10;Description automatically generated with low confidence">
            <a:extLst>
              <a:ext uri="{FF2B5EF4-FFF2-40B4-BE49-F238E27FC236}">
                <a16:creationId xmlns:a16="http://schemas.microsoft.com/office/drawing/2014/main" id="{B77B0C04-A8B8-0B7C-6384-F9AB4D2B5E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5577" y="1517488"/>
            <a:ext cx="3572263" cy="3855728"/>
          </a:xfrm>
          <a:prstGeom prst="rect">
            <a:avLst/>
          </a:prstGeom>
        </p:spPr>
      </p:pic>
      <p:sp>
        <p:nvSpPr>
          <p:cNvPr id="7" name="Title 4">
            <a:extLst>
              <a:ext uri="{FF2B5EF4-FFF2-40B4-BE49-F238E27FC236}">
                <a16:creationId xmlns:a16="http://schemas.microsoft.com/office/drawing/2014/main" id="{AF0C7787-6622-45C7-6F40-A8B164C195FA}"/>
              </a:ext>
            </a:extLst>
          </p:cNvPr>
          <p:cNvSpPr>
            <a:spLocks noGrp="1"/>
          </p:cNvSpPr>
          <p:nvPr>
            <p:ph type="title"/>
          </p:nvPr>
        </p:nvSpPr>
        <p:spPr>
          <a:xfrm>
            <a:off x="1907705" y="1794100"/>
            <a:ext cx="2291158" cy="597166"/>
          </a:xfrm>
        </p:spPr>
        <p:txBody>
          <a:bodyPr/>
          <a:lstStyle/>
          <a:p>
            <a:r>
              <a:rPr lang="en-US" dirty="0"/>
              <a:t>Introduction </a:t>
            </a:r>
            <a:endParaRPr lang="en-IN" dirty="0"/>
          </a:p>
        </p:txBody>
      </p:sp>
    </p:spTree>
    <p:extLst>
      <p:ext uri="{BB962C8B-B14F-4D97-AF65-F5344CB8AC3E}">
        <p14:creationId xmlns:p14="http://schemas.microsoft.com/office/powerpoint/2010/main" val="1795356810"/>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3546" y="3429000"/>
            <a:ext cx="2520274" cy="1728192"/>
          </a:xfrm>
          <a:solidFill>
            <a:srgbClr val="C00000"/>
          </a:solidFill>
        </p:spPr>
        <p:txBody>
          <a:bodyPr anchor="ctr">
            <a:noAutofit/>
          </a:bodyPr>
          <a:lstStyle>
            <a:lvl1pPr algn="ctr">
              <a:defRPr sz="2100" b="1">
                <a:solidFill>
                  <a:schemeClr val="bg1"/>
                </a:solidFill>
                <a:latin typeface="+mn-lt"/>
              </a:defRPr>
            </a:lvl1pPr>
          </a:lstStyle>
          <a:p>
            <a:r>
              <a:rPr lang="en-US" dirty="0"/>
              <a:t>Definition</a:t>
            </a:r>
            <a:endParaRPr lang="en-IN" dirty="0"/>
          </a:p>
        </p:txBody>
      </p:sp>
      <p:sp>
        <p:nvSpPr>
          <p:cNvPr id="3" name="Content Placeholder 2"/>
          <p:cNvSpPr>
            <a:spLocks noGrp="1"/>
          </p:cNvSpPr>
          <p:nvPr>
            <p:ph idx="1"/>
          </p:nvPr>
        </p:nvSpPr>
        <p:spPr>
          <a:xfrm>
            <a:off x="3518938" y="1700808"/>
            <a:ext cx="4869487" cy="4222706"/>
          </a:xfrm>
        </p:spPr>
        <p:txBody>
          <a:bodyPr>
            <a:normAutofit/>
          </a:bodyPr>
          <a:lstStyle>
            <a:lvl1pPr marL="203597" indent="-203597">
              <a:spcBef>
                <a:spcPts val="0"/>
              </a:spcBef>
              <a:spcAft>
                <a:spcPts val="450"/>
              </a:spcAft>
              <a:defRPr sz="1200"/>
            </a:lvl1pPr>
            <a:lvl2pPr marL="400050" indent="-196454">
              <a:spcBef>
                <a:spcPts val="0"/>
              </a:spcBef>
              <a:spcAft>
                <a:spcPts val="450"/>
              </a:spcAft>
              <a:defRPr sz="1200"/>
            </a:lvl2pPr>
            <a:lvl3pPr marL="604838" indent="-203597" defTabSz="672704">
              <a:spcBef>
                <a:spcPts val="0"/>
              </a:spcBef>
              <a:spcAft>
                <a:spcPts val="450"/>
              </a:spcAft>
              <a:defRPr sz="1200"/>
            </a:lvl3pPr>
            <a:lvl4pPr marL="808435" indent="-203597">
              <a:spcBef>
                <a:spcPts val="0"/>
              </a:spcBef>
              <a:spcAft>
                <a:spcPts val="450"/>
              </a:spcAft>
              <a:defRPr sz="1200"/>
            </a:lvl4pPr>
            <a:lvl5pPr marL="1012031" indent="-203597">
              <a:spcBef>
                <a:spcPts val="0"/>
              </a:spcBef>
              <a:spcAft>
                <a:spcPts val="450"/>
              </a:spcAft>
              <a:defRPr sz="12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p:nvPr>
        </p:nvSpPr>
        <p:spPr>
          <a:xfrm>
            <a:off x="3500935" y="1167194"/>
            <a:ext cx="4896543" cy="461606"/>
          </a:xfrm>
        </p:spPr>
        <p:txBody>
          <a:bodyPr/>
          <a:lstStyle>
            <a:lvl1pPr marL="0" indent="0">
              <a:buNone/>
              <a:defRPr sz="1350" b="1">
                <a:solidFill>
                  <a:srgbClr val="C00000"/>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Slide Number Placeholder 6">
            <a:extLst>
              <a:ext uri="{FF2B5EF4-FFF2-40B4-BE49-F238E27FC236}">
                <a16:creationId xmlns:a16="http://schemas.microsoft.com/office/drawing/2014/main" id="{6CC1E235-1468-4519-B252-BA9630ABB866}"/>
              </a:ext>
            </a:extLst>
          </p:cNvPr>
          <p:cNvSpPr>
            <a:spLocks noGrp="1"/>
          </p:cNvSpPr>
          <p:nvPr>
            <p:ph type="sldNum" sz="quarter" idx="12"/>
          </p:nvPr>
        </p:nvSpPr>
        <p:spPr/>
        <p:txBody>
          <a:bodyPr/>
          <a:lstStyle>
            <a:lvl1pPr>
              <a:defRPr/>
            </a:lvl1pPr>
          </a:lstStyle>
          <a:p>
            <a:fld id="{8725687D-C4BB-4170-8738-C54F5060FC5B}" type="slidenum">
              <a:rPr lang="en-IN" smtClean="0"/>
              <a:pPr/>
              <a:t>‹#›</a:t>
            </a:fld>
            <a:endParaRPr lang="en-IN"/>
          </a:p>
        </p:txBody>
      </p:sp>
      <p:sp>
        <p:nvSpPr>
          <p:cNvPr id="17" name="Date Placeholder 4">
            <a:extLst>
              <a:ext uri="{FF2B5EF4-FFF2-40B4-BE49-F238E27FC236}">
                <a16:creationId xmlns:a16="http://schemas.microsoft.com/office/drawing/2014/main" id="{C0A60896-8D1F-66D1-31F6-CD1827E15ED4}"/>
              </a:ext>
            </a:extLst>
          </p:cNvPr>
          <p:cNvSpPr>
            <a:spLocks noGrp="1"/>
          </p:cNvSpPr>
          <p:nvPr>
            <p:ph type="dt" sz="half" idx="10"/>
          </p:nvPr>
        </p:nvSpPr>
        <p:spPr>
          <a:xfrm>
            <a:off x="457200" y="6165306"/>
            <a:ext cx="2133600" cy="365125"/>
          </a:xfrm>
          <a:prstGeom prst="rect">
            <a:avLst/>
          </a:prstGeom>
        </p:spPr>
        <p:txBody>
          <a:bodyPr/>
          <a:lstStyle/>
          <a:p>
            <a:endParaRPr lang="en-IN"/>
          </a:p>
        </p:txBody>
      </p:sp>
      <p:sp>
        <p:nvSpPr>
          <p:cNvPr id="18" name="Footer Placeholder 5">
            <a:extLst>
              <a:ext uri="{FF2B5EF4-FFF2-40B4-BE49-F238E27FC236}">
                <a16:creationId xmlns:a16="http://schemas.microsoft.com/office/drawing/2014/main" id="{8E0558DC-4300-3B64-199E-130ABF9D2BC0}"/>
              </a:ext>
            </a:extLst>
          </p:cNvPr>
          <p:cNvSpPr>
            <a:spLocks noGrp="1"/>
          </p:cNvSpPr>
          <p:nvPr>
            <p:ph type="ftr" sz="quarter" idx="11"/>
          </p:nvPr>
        </p:nvSpPr>
        <p:spPr>
          <a:xfrm>
            <a:off x="3124200" y="6165306"/>
            <a:ext cx="2895600" cy="365125"/>
          </a:xfrm>
          <a:prstGeom prst="rect">
            <a:avLst/>
          </a:prstGeom>
        </p:spPr>
        <p:txBody>
          <a:bodyPr/>
          <a:lstStyle/>
          <a:p>
            <a:endParaRPr lang="en-IN" dirty="0"/>
          </a:p>
        </p:txBody>
      </p:sp>
      <p:pic>
        <p:nvPicPr>
          <p:cNvPr id="6" name="Picture 5">
            <a:extLst>
              <a:ext uri="{FF2B5EF4-FFF2-40B4-BE49-F238E27FC236}">
                <a16:creationId xmlns:a16="http://schemas.microsoft.com/office/drawing/2014/main" id="{5BEA879D-FFB8-D90F-2FC7-6506793D98A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980"/>
          <a:stretch/>
        </p:blipFill>
        <p:spPr>
          <a:xfrm>
            <a:off x="899598" y="876580"/>
            <a:ext cx="2520274" cy="2552420"/>
          </a:xfrm>
          <a:prstGeom prst="rect">
            <a:avLst/>
          </a:prstGeom>
        </p:spPr>
      </p:pic>
    </p:spTree>
    <p:extLst>
      <p:ext uri="{BB962C8B-B14F-4D97-AF65-F5344CB8AC3E}">
        <p14:creationId xmlns:p14="http://schemas.microsoft.com/office/powerpoint/2010/main" val="3325887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725687D-C4BB-4170-8738-C54F5060FC5B}" type="slidenum">
              <a:rPr lang="en-IN" smtClean="0"/>
              <a:pPr/>
              <a:t>‹#›</a:t>
            </a:fld>
            <a:endParaRPr lang="en-IN"/>
          </a:p>
        </p:txBody>
      </p:sp>
      <p:sp>
        <p:nvSpPr>
          <p:cNvPr id="2" name="Content Placeholder 14">
            <a:extLst>
              <a:ext uri="{FF2B5EF4-FFF2-40B4-BE49-F238E27FC236}">
                <a16:creationId xmlns:a16="http://schemas.microsoft.com/office/drawing/2014/main" id="{D9897D07-2FA0-D788-8F76-C6B739607E80}"/>
              </a:ext>
            </a:extLst>
          </p:cNvPr>
          <p:cNvSpPr>
            <a:spLocks noGrp="1"/>
          </p:cNvSpPr>
          <p:nvPr>
            <p:ph sz="quarter" idx="15"/>
          </p:nvPr>
        </p:nvSpPr>
        <p:spPr>
          <a:xfrm>
            <a:off x="792000" y="1368000"/>
            <a:ext cx="7560000" cy="4680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dirty="0"/>
            </a:lvl1pPr>
            <a:lvl2pPr>
              <a:defRPr lang="en-US" dirty="0"/>
            </a:lvl2pPr>
            <a:lvl3pPr>
              <a:defRPr lang="en-US" dirty="0"/>
            </a:lvl3pPr>
            <a:lvl4pPr>
              <a:defRPr lang="en-US" dirty="0"/>
            </a:lvl4pPr>
            <a:lvl5pPr>
              <a:defRPr lang="en-IN" dirty="0"/>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3597" defTabSz="672704">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
        <p:nvSpPr>
          <p:cNvPr id="7" name="Title 2">
            <a:extLst>
              <a:ext uri="{FF2B5EF4-FFF2-40B4-BE49-F238E27FC236}">
                <a16:creationId xmlns:a16="http://schemas.microsoft.com/office/drawing/2014/main" id="{029F3FF2-B64D-6143-6959-A69888CB9931}"/>
              </a:ext>
            </a:extLst>
          </p:cNvPr>
          <p:cNvSpPr>
            <a:spLocks noGrp="1"/>
          </p:cNvSpPr>
          <p:nvPr>
            <p:ph type="title"/>
          </p:nvPr>
        </p:nvSpPr>
        <p:spPr>
          <a:xfrm>
            <a:off x="442144" y="332656"/>
            <a:ext cx="6984776" cy="951324"/>
          </a:xfrm>
        </p:spPr>
        <p:txBody>
          <a:bodyPr/>
          <a:lstStyle>
            <a:lvl1pPr>
              <a:defRPr>
                <a:solidFill>
                  <a:srgbClr val="C00000"/>
                </a:solidFill>
              </a:defRPr>
            </a:lvl1pPr>
          </a:lstStyle>
          <a:p>
            <a:r>
              <a:rPr lang="en-US" dirty="0"/>
              <a:t>Click to edit Master title style</a:t>
            </a:r>
            <a:endParaRPr lang="en-IN" dirty="0"/>
          </a:p>
        </p:txBody>
      </p:sp>
    </p:spTree>
    <p:extLst>
      <p:ext uri="{BB962C8B-B14F-4D97-AF65-F5344CB8AC3E}">
        <p14:creationId xmlns:p14="http://schemas.microsoft.com/office/powerpoint/2010/main" val="2575752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725687D-C4BB-4170-8738-C54F5060FC5B}" type="slidenum">
              <a:rPr lang="en-IN" smtClean="0"/>
              <a:pPr/>
              <a:t>‹#›</a:t>
            </a:fld>
            <a:endParaRPr lang="en-IN"/>
          </a:p>
        </p:txBody>
      </p:sp>
      <p:sp>
        <p:nvSpPr>
          <p:cNvPr id="8" name="SmartArt Placeholder 7">
            <a:extLst>
              <a:ext uri="{FF2B5EF4-FFF2-40B4-BE49-F238E27FC236}">
                <a16:creationId xmlns:a16="http://schemas.microsoft.com/office/drawing/2014/main" id="{9AC8005C-423E-EAB2-C5DE-9C9721847738}"/>
              </a:ext>
            </a:extLst>
          </p:cNvPr>
          <p:cNvSpPr>
            <a:spLocks noGrp="1"/>
          </p:cNvSpPr>
          <p:nvPr>
            <p:ph type="dgm" sz="quarter" idx="15"/>
          </p:nvPr>
        </p:nvSpPr>
        <p:spPr>
          <a:xfrm>
            <a:off x="793487" y="1368000"/>
            <a:ext cx="7560000" cy="4680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IN"/>
            </a:lvl1pPr>
          </a:lstStyle>
          <a:p>
            <a:pPr marL="203597" lvl="0" indent="-203597">
              <a:spcBef>
                <a:spcPts val="0"/>
              </a:spcBef>
              <a:spcAft>
                <a:spcPts val="450"/>
              </a:spcAft>
            </a:pPr>
            <a:endParaRPr lang="en-IN"/>
          </a:p>
        </p:txBody>
      </p:sp>
      <p:sp>
        <p:nvSpPr>
          <p:cNvPr id="2" name="Title 2">
            <a:extLst>
              <a:ext uri="{FF2B5EF4-FFF2-40B4-BE49-F238E27FC236}">
                <a16:creationId xmlns:a16="http://schemas.microsoft.com/office/drawing/2014/main" id="{9368C03C-490E-800B-A128-FDBD5AB1C049}"/>
              </a:ext>
            </a:extLst>
          </p:cNvPr>
          <p:cNvSpPr>
            <a:spLocks noGrp="1"/>
          </p:cNvSpPr>
          <p:nvPr>
            <p:ph type="title"/>
          </p:nvPr>
        </p:nvSpPr>
        <p:spPr>
          <a:xfrm>
            <a:off x="442144" y="332656"/>
            <a:ext cx="6984776" cy="951324"/>
          </a:xfrm>
        </p:spPr>
        <p:txBody>
          <a:bodyPr/>
          <a:lstStyle>
            <a:lvl1pPr>
              <a:defRPr>
                <a:solidFill>
                  <a:srgbClr val="C00000"/>
                </a:solidFill>
              </a:defRPr>
            </a:lvl1pPr>
          </a:lstStyle>
          <a:p>
            <a:r>
              <a:rPr lang="en-US" dirty="0"/>
              <a:t>Click to edit Master title style</a:t>
            </a:r>
            <a:endParaRPr lang="en-IN" dirty="0"/>
          </a:p>
        </p:txBody>
      </p:sp>
    </p:spTree>
    <p:extLst>
      <p:ext uri="{BB962C8B-B14F-4D97-AF65-F5344CB8AC3E}">
        <p14:creationId xmlns:p14="http://schemas.microsoft.com/office/powerpoint/2010/main" val="512586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725687D-C4BB-4170-8738-C54F5060FC5B}" type="slidenum">
              <a:rPr lang="en-IN" smtClean="0"/>
              <a:pPr/>
              <a:t>‹#›</a:t>
            </a:fld>
            <a:endParaRPr lang="en-IN"/>
          </a:p>
        </p:txBody>
      </p:sp>
      <p:sp>
        <p:nvSpPr>
          <p:cNvPr id="2" name="Title 2">
            <a:extLst>
              <a:ext uri="{FF2B5EF4-FFF2-40B4-BE49-F238E27FC236}">
                <a16:creationId xmlns:a16="http://schemas.microsoft.com/office/drawing/2014/main" id="{5A1EA99D-DB6F-EA33-CC0C-CBF7080680B3}"/>
              </a:ext>
            </a:extLst>
          </p:cNvPr>
          <p:cNvSpPr>
            <a:spLocks noGrp="1"/>
          </p:cNvSpPr>
          <p:nvPr>
            <p:ph type="title"/>
          </p:nvPr>
        </p:nvSpPr>
        <p:spPr>
          <a:xfrm>
            <a:off x="442144" y="332656"/>
            <a:ext cx="6984776" cy="951324"/>
          </a:xfrm>
        </p:spPr>
        <p:txBody>
          <a:bodyPr/>
          <a:lstStyle>
            <a:lvl1pPr>
              <a:defRPr>
                <a:solidFill>
                  <a:srgbClr val="C00000"/>
                </a:solidFill>
              </a:defRPr>
            </a:lvl1pPr>
          </a:lstStyle>
          <a:p>
            <a:r>
              <a:rPr lang="en-US" dirty="0"/>
              <a:t>Click to edit Master title style</a:t>
            </a:r>
            <a:endParaRPr lang="en-IN" dirty="0"/>
          </a:p>
        </p:txBody>
      </p:sp>
      <p:sp>
        <p:nvSpPr>
          <p:cNvPr id="10" name="Table Placeholder 9">
            <a:extLst>
              <a:ext uri="{FF2B5EF4-FFF2-40B4-BE49-F238E27FC236}">
                <a16:creationId xmlns:a16="http://schemas.microsoft.com/office/drawing/2014/main" id="{3DB7C532-B1B1-BA79-42E9-1B5C67F77979}"/>
              </a:ext>
            </a:extLst>
          </p:cNvPr>
          <p:cNvSpPr>
            <a:spLocks noGrp="1"/>
          </p:cNvSpPr>
          <p:nvPr>
            <p:ph type="tbl" sz="quarter" idx="13"/>
          </p:nvPr>
        </p:nvSpPr>
        <p:spPr>
          <a:xfrm>
            <a:off x="792000" y="1368000"/>
            <a:ext cx="7560000" cy="468052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IN"/>
            </a:lvl1pPr>
          </a:lstStyle>
          <a:p>
            <a:pPr marL="203597" lvl="0" indent="-203597">
              <a:spcBef>
                <a:spcPts val="0"/>
              </a:spcBef>
              <a:spcAft>
                <a:spcPts val="450"/>
              </a:spcAft>
            </a:pPr>
            <a:endParaRPr lang="en-IN"/>
          </a:p>
        </p:txBody>
      </p:sp>
    </p:spTree>
    <p:extLst>
      <p:ext uri="{BB962C8B-B14F-4D97-AF65-F5344CB8AC3E}">
        <p14:creationId xmlns:p14="http://schemas.microsoft.com/office/powerpoint/2010/main" val="2447236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725687D-C4BB-4170-8738-C54F5060FC5B}" type="slidenum">
              <a:rPr lang="en-IN" smtClean="0"/>
              <a:pPr/>
              <a:t>‹#›</a:t>
            </a:fld>
            <a:endParaRPr lang="en-IN"/>
          </a:p>
        </p:txBody>
      </p:sp>
      <p:sp>
        <p:nvSpPr>
          <p:cNvPr id="7" name="Table Placeholder 6">
            <a:extLst>
              <a:ext uri="{FF2B5EF4-FFF2-40B4-BE49-F238E27FC236}">
                <a16:creationId xmlns:a16="http://schemas.microsoft.com/office/drawing/2014/main" id="{D3DDB060-2610-5841-1D25-87F539A50E9F}"/>
              </a:ext>
            </a:extLst>
          </p:cNvPr>
          <p:cNvSpPr>
            <a:spLocks noGrp="1"/>
          </p:cNvSpPr>
          <p:nvPr>
            <p:ph type="tbl" sz="quarter" idx="15"/>
          </p:nvPr>
        </p:nvSpPr>
        <p:spPr>
          <a:xfrm>
            <a:off x="721480" y="1628801"/>
            <a:ext cx="4570600" cy="288061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IN"/>
            </a:lvl1pPr>
          </a:lstStyle>
          <a:p>
            <a:pPr marL="203597" lvl="0" indent="-203597">
              <a:spcBef>
                <a:spcPts val="0"/>
              </a:spcBef>
              <a:spcAft>
                <a:spcPts val="450"/>
              </a:spcAft>
            </a:pPr>
            <a:endParaRPr lang="en-IN"/>
          </a:p>
        </p:txBody>
      </p:sp>
      <p:sp>
        <p:nvSpPr>
          <p:cNvPr id="2" name="Content Placeholder 14">
            <a:extLst>
              <a:ext uri="{FF2B5EF4-FFF2-40B4-BE49-F238E27FC236}">
                <a16:creationId xmlns:a16="http://schemas.microsoft.com/office/drawing/2014/main" id="{2654A4E3-D363-7FBC-3E34-E6C70474E555}"/>
              </a:ext>
            </a:extLst>
          </p:cNvPr>
          <p:cNvSpPr>
            <a:spLocks noGrp="1"/>
          </p:cNvSpPr>
          <p:nvPr>
            <p:ph sz="quarter" idx="18"/>
          </p:nvPr>
        </p:nvSpPr>
        <p:spPr>
          <a:xfrm>
            <a:off x="5402000" y="1432417"/>
            <a:ext cx="3058433" cy="451686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dirty="0"/>
            </a:lvl1pPr>
            <a:lvl2pPr>
              <a:defRPr lang="en-US" dirty="0"/>
            </a:lvl2pPr>
            <a:lvl3pPr>
              <a:defRPr lang="en-US" dirty="0"/>
            </a:lvl3pPr>
            <a:lvl4pPr>
              <a:defRPr lang="en-US" dirty="0"/>
            </a:lvl4pPr>
            <a:lvl5pPr>
              <a:defRPr lang="en-IN" dirty="0"/>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3597" defTabSz="672704">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
        <p:nvSpPr>
          <p:cNvPr id="8" name="Title 2">
            <a:extLst>
              <a:ext uri="{FF2B5EF4-FFF2-40B4-BE49-F238E27FC236}">
                <a16:creationId xmlns:a16="http://schemas.microsoft.com/office/drawing/2014/main" id="{04C90E8E-678A-5DCC-4FFB-78A08B1B9300}"/>
              </a:ext>
            </a:extLst>
          </p:cNvPr>
          <p:cNvSpPr>
            <a:spLocks noGrp="1"/>
          </p:cNvSpPr>
          <p:nvPr>
            <p:ph type="title"/>
          </p:nvPr>
        </p:nvSpPr>
        <p:spPr>
          <a:xfrm>
            <a:off x="442144" y="332656"/>
            <a:ext cx="6984776" cy="951324"/>
          </a:xfrm>
        </p:spPr>
        <p:txBody>
          <a:bodyPr/>
          <a:lstStyle>
            <a:lvl1pPr>
              <a:defRPr>
                <a:solidFill>
                  <a:srgbClr val="C00000"/>
                </a:solidFill>
              </a:defRPr>
            </a:lvl1pPr>
          </a:lstStyle>
          <a:p>
            <a:r>
              <a:rPr lang="en-US" dirty="0"/>
              <a:t>Click to edit Master title style</a:t>
            </a:r>
            <a:endParaRPr lang="en-IN" dirty="0"/>
          </a:p>
        </p:txBody>
      </p:sp>
      <p:sp>
        <p:nvSpPr>
          <p:cNvPr id="11" name="SmartArt Placeholder 10">
            <a:extLst>
              <a:ext uri="{FF2B5EF4-FFF2-40B4-BE49-F238E27FC236}">
                <a16:creationId xmlns:a16="http://schemas.microsoft.com/office/drawing/2014/main" id="{9F756862-B253-C40E-D1D8-16BF457A748F}"/>
              </a:ext>
            </a:extLst>
          </p:cNvPr>
          <p:cNvSpPr>
            <a:spLocks noGrp="1"/>
          </p:cNvSpPr>
          <p:nvPr>
            <p:ph type="dgm" sz="quarter" idx="19"/>
          </p:nvPr>
        </p:nvSpPr>
        <p:spPr>
          <a:xfrm>
            <a:off x="720725" y="4581128"/>
            <a:ext cx="4572000" cy="181882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IN"/>
            </a:lvl1pPr>
          </a:lstStyle>
          <a:p>
            <a:pPr marL="203597" lvl="0" indent="-203597">
              <a:spcBef>
                <a:spcPts val="0"/>
              </a:spcBef>
              <a:spcAft>
                <a:spcPts val="450"/>
              </a:spcAft>
            </a:pPr>
            <a:endParaRPr lang="en-IN"/>
          </a:p>
        </p:txBody>
      </p:sp>
    </p:spTree>
    <p:extLst>
      <p:ext uri="{BB962C8B-B14F-4D97-AF65-F5344CB8AC3E}">
        <p14:creationId xmlns:p14="http://schemas.microsoft.com/office/powerpoint/2010/main" val="1048723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A157C0C-A674-4593-9898-B3F61DD08CAE}"/>
              </a:ext>
            </a:extLst>
          </p:cNvPr>
          <p:cNvSpPr>
            <a:spLocks noGrp="1"/>
          </p:cNvSpPr>
          <p:nvPr>
            <p:ph type="sldNum" sz="quarter" idx="12"/>
          </p:nvPr>
        </p:nvSpPr>
        <p:spPr/>
        <p:txBody>
          <a:bodyPr/>
          <a:lstStyle>
            <a:lvl1pPr>
              <a:defRPr/>
            </a:lvl1pPr>
          </a:lstStyle>
          <a:p>
            <a:fld id="{8725687D-C4BB-4170-8738-C54F5060FC5B}" type="slidenum">
              <a:rPr lang="en-IN" smtClean="0"/>
              <a:pPr/>
              <a:t>‹#›</a:t>
            </a:fld>
            <a:endParaRPr lang="en-IN"/>
          </a:p>
        </p:txBody>
      </p:sp>
      <p:sp>
        <p:nvSpPr>
          <p:cNvPr id="3" name="Content Placeholder 14">
            <a:extLst>
              <a:ext uri="{FF2B5EF4-FFF2-40B4-BE49-F238E27FC236}">
                <a16:creationId xmlns:a16="http://schemas.microsoft.com/office/drawing/2014/main" id="{AC432B98-D902-D2C0-FE35-44398FF7CE89}"/>
              </a:ext>
            </a:extLst>
          </p:cNvPr>
          <p:cNvSpPr>
            <a:spLocks noGrp="1"/>
          </p:cNvSpPr>
          <p:nvPr>
            <p:ph sz="quarter" idx="15"/>
          </p:nvPr>
        </p:nvSpPr>
        <p:spPr>
          <a:xfrm>
            <a:off x="4139952" y="1368000"/>
            <a:ext cx="4320000" cy="4680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dirty="0"/>
            </a:lvl1pPr>
            <a:lvl2pPr>
              <a:defRPr lang="en-US" dirty="0"/>
            </a:lvl2pPr>
            <a:lvl3pPr>
              <a:defRPr lang="en-US" dirty="0"/>
            </a:lvl3pPr>
            <a:lvl4pPr>
              <a:defRPr lang="en-US" dirty="0"/>
            </a:lvl4pPr>
            <a:lvl5pPr>
              <a:defRPr lang="en-IN" dirty="0"/>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3597" defTabSz="672704">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
        <p:nvSpPr>
          <p:cNvPr id="7" name="Title 2">
            <a:extLst>
              <a:ext uri="{FF2B5EF4-FFF2-40B4-BE49-F238E27FC236}">
                <a16:creationId xmlns:a16="http://schemas.microsoft.com/office/drawing/2014/main" id="{56F7A65D-8203-53FF-3336-E44438AC77DE}"/>
              </a:ext>
            </a:extLst>
          </p:cNvPr>
          <p:cNvSpPr>
            <a:spLocks noGrp="1"/>
          </p:cNvSpPr>
          <p:nvPr>
            <p:ph type="title"/>
          </p:nvPr>
        </p:nvSpPr>
        <p:spPr>
          <a:xfrm>
            <a:off x="635224" y="1052736"/>
            <a:ext cx="2880000" cy="951324"/>
          </a:xfrm>
        </p:spPr>
        <p:txBody>
          <a:bodyPr/>
          <a:lstStyle>
            <a:lvl1pPr>
              <a:defRPr>
                <a:solidFill>
                  <a:srgbClr val="C00000"/>
                </a:solidFill>
              </a:defRPr>
            </a:lvl1pPr>
          </a:lstStyle>
          <a:p>
            <a:r>
              <a:rPr lang="en-US" dirty="0"/>
              <a:t>Click to edit Master title style</a:t>
            </a:r>
            <a:endParaRPr lang="en-IN" dirty="0"/>
          </a:p>
        </p:txBody>
      </p:sp>
      <p:sp>
        <p:nvSpPr>
          <p:cNvPr id="10" name="Online Image Placeholder 9">
            <a:extLst>
              <a:ext uri="{FF2B5EF4-FFF2-40B4-BE49-F238E27FC236}">
                <a16:creationId xmlns:a16="http://schemas.microsoft.com/office/drawing/2014/main" id="{E7294B23-4960-A084-E4E4-AE6215553940}"/>
              </a:ext>
            </a:extLst>
          </p:cNvPr>
          <p:cNvSpPr>
            <a:spLocks noGrp="1"/>
          </p:cNvSpPr>
          <p:nvPr>
            <p:ph type="clipArt" sz="quarter" idx="16"/>
          </p:nvPr>
        </p:nvSpPr>
        <p:spPr>
          <a:xfrm>
            <a:off x="360001" y="288000"/>
            <a:ext cx="3527425" cy="6264000"/>
          </a:xfrm>
          <a:prstGeom prst="roundRect">
            <a:avLst>
              <a:gd name="adj" fmla="val 4066"/>
            </a:avLst>
          </a:prstGeom>
        </p:spPr>
        <p:txBody>
          <a:bodyPr/>
          <a:lstStyle/>
          <a:p>
            <a:endParaRPr lang="en-IN"/>
          </a:p>
        </p:txBody>
      </p:sp>
    </p:spTree>
    <p:extLst>
      <p:ext uri="{BB962C8B-B14F-4D97-AF65-F5344CB8AC3E}">
        <p14:creationId xmlns:p14="http://schemas.microsoft.com/office/powerpoint/2010/main" val="2665224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4A861C-DF98-43A5-B1C1-2A6D23ED8CCA}"/>
              </a:ext>
            </a:extLst>
          </p:cNvPr>
          <p:cNvSpPr/>
          <p:nvPr/>
        </p:nvSpPr>
        <p:spPr>
          <a:xfrm>
            <a:off x="4429708" y="1310244"/>
            <a:ext cx="3958716" cy="43510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7064FAB1-E162-4946-A0A6-2FD42F5E26FB}"/>
              </a:ext>
            </a:extLst>
          </p:cNvPr>
          <p:cNvSpPr/>
          <p:nvPr/>
        </p:nvSpPr>
        <p:spPr>
          <a:xfrm>
            <a:off x="4361114" y="1310244"/>
            <a:ext cx="68595" cy="43510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82D97D77-6FC8-4F77-8903-8537023EF2A0}"/>
              </a:ext>
            </a:extLst>
          </p:cNvPr>
          <p:cNvSpPr/>
          <p:nvPr/>
        </p:nvSpPr>
        <p:spPr>
          <a:xfrm>
            <a:off x="4203453" y="1310244"/>
            <a:ext cx="32000" cy="43510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06161CF6-9347-4371-8E8D-8C04537AD494}"/>
              </a:ext>
            </a:extLst>
          </p:cNvPr>
          <p:cNvSpPr/>
          <p:nvPr/>
        </p:nvSpPr>
        <p:spPr>
          <a:xfrm>
            <a:off x="985246" y="1310244"/>
            <a:ext cx="68595" cy="43510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52259216-CB7D-4FBB-9ED6-30B330CD9D7F}"/>
              </a:ext>
            </a:extLst>
          </p:cNvPr>
          <p:cNvSpPr/>
          <p:nvPr/>
        </p:nvSpPr>
        <p:spPr>
          <a:xfrm>
            <a:off x="827584" y="1310244"/>
            <a:ext cx="32000" cy="435100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4556360" y="1483287"/>
            <a:ext cx="3653617" cy="3960440"/>
          </a:xfrm>
        </p:spPr>
        <p:txBody>
          <a:bodyPr/>
          <a:lstStyle>
            <a:lvl1pPr>
              <a:defRPr sz="2100">
                <a:solidFill>
                  <a:srgbClr val="C00000"/>
                </a:solidFill>
              </a:defRPr>
            </a:lvl1pPr>
          </a:lstStyle>
          <a:p>
            <a:r>
              <a:rPr lang="en-US"/>
              <a:t>Click to edit Master title style</a:t>
            </a:r>
            <a:endParaRPr lang="en-IN" dirty="0"/>
          </a:p>
        </p:txBody>
      </p:sp>
      <p:sp>
        <p:nvSpPr>
          <p:cNvPr id="7" name="Slide Number Placeholder 4">
            <a:extLst>
              <a:ext uri="{FF2B5EF4-FFF2-40B4-BE49-F238E27FC236}">
                <a16:creationId xmlns:a16="http://schemas.microsoft.com/office/drawing/2014/main" id="{A69670C1-3B0B-4D63-86C4-95153FAA9C11}"/>
              </a:ext>
            </a:extLst>
          </p:cNvPr>
          <p:cNvSpPr>
            <a:spLocks noGrp="1"/>
          </p:cNvSpPr>
          <p:nvPr>
            <p:ph type="sldNum" sz="quarter" idx="16"/>
          </p:nvPr>
        </p:nvSpPr>
        <p:spPr/>
        <p:txBody>
          <a:bodyPr/>
          <a:lstStyle>
            <a:lvl1pPr>
              <a:defRPr/>
            </a:lvl1pPr>
          </a:lstStyle>
          <a:p>
            <a:fld id="{8725687D-C4BB-4170-8738-C54F5060FC5B}" type="slidenum">
              <a:rPr lang="en-IN" smtClean="0"/>
              <a:pPr/>
              <a:t>‹#›</a:t>
            </a:fld>
            <a:endParaRPr lang="en-IN"/>
          </a:p>
        </p:txBody>
      </p:sp>
      <p:sp>
        <p:nvSpPr>
          <p:cNvPr id="3" name="Content Placeholder 14">
            <a:extLst>
              <a:ext uri="{FF2B5EF4-FFF2-40B4-BE49-F238E27FC236}">
                <a16:creationId xmlns:a16="http://schemas.microsoft.com/office/drawing/2014/main" id="{CC39A7F5-AC83-ED16-B17B-495EFF0D96CB}"/>
              </a:ext>
            </a:extLst>
          </p:cNvPr>
          <p:cNvSpPr>
            <a:spLocks noGrp="1"/>
          </p:cNvSpPr>
          <p:nvPr>
            <p:ph sz="quarter" idx="17"/>
          </p:nvPr>
        </p:nvSpPr>
        <p:spPr>
          <a:xfrm>
            <a:off x="793489" y="1310244"/>
            <a:ext cx="3409964" cy="435100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a:lvl1pPr>
            <a:lvl2pPr>
              <a:defRPr lang="en-US"/>
            </a:lvl2pPr>
            <a:lvl3pPr>
              <a:defRPr lang="en-US"/>
            </a:lvl3pPr>
            <a:lvl4pPr>
              <a:defRPr lang="en-US"/>
            </a:lvl4pPr>
            <a:lvl5pPr>
              <a:defRPr lang="en-IN" dirty="0"/>
            </a:lvl5pPr>
          </a:lstStyle>
          <a:p>
            <a:pPr marL="203597" lvl="0" indent="-203597">
              <a:spcBef>
                <a:spcPts val="0"/>
              </a:spcBef>
              <a:spcAft>
                <a:spcPts val="450"/>
              </a:spcAft>
            </a:pPr>
            <a:r>
              <a:rPr lang="en-US"/>
              <a:t>Click to edit Master text styles</a:t>
            </a:r>
          </a:p>
          <a:p>
            <a:pPr marL="400050" lvl="1" indent="-196454">
              <a:spcBef>
                <a:spcPts val="0"/>
              </a:spcBef>
              <a:spcAft>
                <a:spcPts val="450"/>
              </a:spcAft>
            </a:pPr>
            <a:r>
              <a:rPr lang="en-US"/>
              <a:t>Second level</a:t>
            </a:r>
          </a:p>
          <a:p>
            <a:pPr marL="604838" lvl="2" indent="-203597" defTabSz="672704">
              <a:spcBef>
                <a:spcPts val="0"/>
              </a:spcBef>
              <a:spcAft>
                <a:spcPts val="450"/>
              </a:spcAft>
            </a:pPr>
            <a:r>
              <a:rPr lang="en-US"/>
              <a:t>Third level</a:t>
            </a:r>
          </a:p>
          <a:p>
            <a:pPr marL="808435" lvl="3" indent="-203597">
              <a:spcBef>
                <a:spcPts val="0"/>
              </a:spcBef>
              <a:spcAft>
                <a:spcPts val="450"/>
              </a:spcAft>
            </a:pPr>
            <a:r>
              <a:rPr lang="en-US"/>
              <a:t>Fourth level</a:t>
            </a:r>
          </a:p>
          <a:p>
            <a:pPr marL="1012031" lvl="4" indent="-203597">
              <a:spcBef>
                <a:spcPts val="0"/>
              </a:spcBef>
              <a:spcAft>
                <a:spcPts val="450"/>
              </a:spcAft>
            </a:pPr>
            <a:r>
              <a:rPr lang="en-US"/>
              <a:t>Fifth level</a:t>
            </a:r>
            <a:endParaRPr lang="en-IN" dirty="0"/>
          </a:p>
        </p:txBody>
      </p:sp>
    </p:spTree>
    <p:extLst>
      <p:ext uri="{BB962C8B-B14F-4D97-AF65-F5344CB8AC3E}">
        <p14:creationId xmlns:p14="http://schemas.microsoft.com/office/powerpoint/2010/main" val="2753129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608A2BF8-991E-44B6-99C0-EF08D725DED7}"/>
              </a:ext>
            </a:extLst>
          </p:cNvPr>
          <p:cNvSpPr>
            <a:spLocks noGrp="1"/>
          </p:cNvSpPr>
          <p:nvPr>
            <p:ph type="sldNum" sz="quarter" idx="11"/>
          </p:nvPr>
        </p:nvSpPr>
        <p:spPr/>
        <p:txBody>
          <a:bodyPr/>
          <a:lstStyle>
            <a:lvl1pPr>
              <a:defRPr/>
            </a:lvl1pPr>
          </a:lstStyle>
          <a:p>
            <a:fld id="{8725687D-C4BB-4170-8738-C54F5060FC5B}" type="slidenum">
              <a:rPr lang="en-IN" smtClean="0"/>
              <a:pPr/>
              <a:t>‹#›</a:t>
            </a:fld>
            <a:endParaRPr lang="en-IN"/>
          </a:p>
        </p:txBody>
      </p:sp>
      <p:sp>
        <p:nvSpPr>
          <p:cNvPr id="5" name="Media Placeholder 4">
            <a:extLst>
              <a:ext uri="{FF2B5EF4-FFF2-40B4-BE49-F238E27FC236}">
                <a16:creationId xmlns:a16="http://schemas.microsoft.com/office/drawing/2014/main" id="{F42404D5-5569-61A1-2F02-23866E30A726}"/>
              </a:ext>
            </a:extLst>
          </p:cNvPr>
          <p:cNvSpPr>
            <a:spLocks noGrp="1"/>
          </p:cNvSpPr>
          <p:nvPr>
            <p:ph type="media" sz="quarter" idx="12"/>
          </p:nvPr>
        </p:nvSpPr>
        <p:spPr>
          <a:xfrm>
            <a:off x="755650" y="620690"/>
            <a:ext cx="6408638" cy="3529013"/>
          </a:xfrm>
        </p:spPr>
        <p:txBody>
          <a:bodyPr/>
          <a:lstStyle/>
          <a:p>
            <a:endParaRPr lang="en-IN"/>
          </a:p>
        </p:txBody>
      </p:sp>
      <p:sp>
        <p:nvSpPr>
          <p:cNvPr id="6" name="Title 2">
            <a:extLst>
              <a:ext uri="{FF2B5EF4-FFF2-40B4-BE49-F238E27FC236}">
                <a16:creationId xmlns:a16="http://schemas.microsoft.com/office/drawing/2014/main" id="{85188C3B-71EE-49B5-21DA-5BA6765437C4}"/>
              </a:ext>
            </a:extLst>
          </p:cNvPr>
          <p:cNvSpPr>
            <a:spLocks noGrp="1"/>
          </p:cNvSpPr>
          <p:nvPr>
            <p:ph type="title"/>
          </p:nvPr>
        </p:nvSpPr>
        <p:spPr>
          <a:xfrm>
            <a:off x="442145" y="4221088"/>
            <a:ext cx="3121744" cy="2016224"/>
          </a:xfrm>
        </p:spPr>
        <p:txBody>
          <a:bodyPr/>
          <a:lstStyle>
            <a:lvl1pPr>
              <a:defRPr>
                <a:solidFill>
                  <a:srgbClr val="C00000"/>
                </a:solidFill>
              </a:defRPr>
            </a:lvl1pPr>
          </a:lstStyle>
          <a:p>
            <a:r>
              <a:rPr lang="en-US" dirty="0"/>
              <a:t>Click to edit Master title style</a:t>
            </a:r>
            <a:endParaRPr lang="en-IN" dirty="0"/>
          </a:p>
        </p:txBody>
      </p:sp>
      <p:sp>
        <p:nvSpPr>
          <p:cNvPr id="7" name="Content Placeholder 14">
            <a:extLst>
              <a:ext uri="{FF2B5EF4-FFF2-40B4-BE49-F238E27FC236}">
                <a16:creationId xmlns:a16="http://schemas.microsoft.com/office/drawing/2014/main" id="{DE339DD3-E073-C000-FA43-C65C1D19F3D9}"/>
              </a:ext>
            </a:extLst>
          </p:cNvPr>
          <p:cNvSpPr>
            <a:spLocks noGrp="1"/>
          </p:cNvSpPr>
          <p:nvPr>
            <p:ph sz="quarter" idx="15"/>
          </p:nvPr>
        </p:nvSpPr>
        <p:spPr>
          <a:xfrm>
            <a:off x="3851921" y="4299055"/>
            <a:ext cx="4680520" cy="179424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dirty="0"/>
            </a:lvl1pPr>
            <a:lvl2pPr>
              <a:defRPr lang="en-US" dirty="0"/>
            </a:lvl2pPr>
            <a:lvl3pPr>
              <a:defRPr lang="en-US" dirty="0"/>
            </a:lvl3pPr>
            <a:lvl4pPr>
              <a:defRPr lang="en-US" dirty="0"/>
            </a:lvl4pPr>
            <a:lvl5pPr>
              <a:defRPr lang="en-IN" dirty="0"/>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3597" defTabSz="672704">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Tree>
    <p:extLst>
      <p:ext uri="{BB962C8B-B14F-4D97-AF65-F5344CB8AC3E}">
        <p14:creationId xmlns:p14="http://schemas.microsoft.com/office/powerpoint/2010/main" val="3857674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866904-A1F5-5780-6621-6D0E6C225BAF}"/>
              </a:ext>
            </a:extLst>
          </p:cNvPr>
          <p:cNvSpPr>
            <a:spLocks noGrp="1"/>
          </p:cNvSpPr>
          <p:nvPr>
            <p:ph type="sldNum" sz="quarter" idx="10"/>
          </p:nvPr>
        </p:nvSpPr>
        <p:spPr/>
        <p:txBody>
          <a:bodyPr/>
          <a:lstStyle/>
          <a:p>
            <a:fld id="{8725687D-C4BB-4170-8738-C54F5060FC5B}" type="slidenum">
              <a:rPr lang="en-IN" smtClean="0"/>
              <a:pPr/>
              <a:t>‹#›</a:t>
            </a:fld>
            <a:endParaRPr lang="en-IN"/>
          </a:p>
        </p:txBody>
      </p:sp>
      <p:grpSp>
        <p:nvGrpSpPr>
          <p:cNvPr id="4" name="Group 3">
            <a:extLst>
              <a:ext uri="{FF2B5EF4-FFF2-40B4-BE49-F238E27FC236}">
                <a16:creationId xmlns:a16="http://schemas.microsoft.com/office/drawing/2014/main" id="{633361C3-E123-63FE-D5BA-60E835C63A30}"/>
              </a:ext>
            </a:extLst>
          </p:cNvPr>
          <p:cNvGrpSpPr/>
          <p:nvPr userDrawn="1"/>
        </p:nvGrpSpPr>
        <p:grpSpPr>
          <a:xfrm>
            <a:off x="816586" y="768301"/>
            <a:ext cx="5471409" cy="908413"/>
            <a:chOff x="399228" y="768299"/>
            <a:chExt cx="5471409" cy="908413"/>
          </a:xfrm>
        </p:grpSpPr>
        <p:grpSp>
          <p:nvGrpSpPr>
            <p:cNvPr id="5" name="Google Shape;8143;p50">
              <a:extLst>
                <a:ext uri="{FF2B5EF4-FFF2-40B4-BE49-F238E27FC236}">
                  <a16:creationId xmlns:a16="http://schemas.microsoft.com/office/drawing/2014/main" id="{7AA405A6-EBCF-67B4-42F6-559B0A9E1480}"/>
                </a:ext>
              </a:extLst>
            </p:cNvPr>
            <p:cNvGrpSpPr>
              <a:grpSpLocks/>
            </p:cNvGrpSpPr>
            <p:nvPr/>
          </p:nvGrpSpPr>
          <p:grpSpPr>
            <a:xfrm rot="10800000" flipH="1">
              <a:off x="399228" y="768299"/>
              <a:ext cx="5471409" cy="908413"/>
              <a:chOff x="3215450" y="3739048"/>
              <a:chExt cx="673556" cy="111830"/>
            </a:xfrm>
          </p:grpSpPr>
          <p:sp>
            <p:nvSpPr>
              <p:cNvPr id="7" name="Google Shape;8144;p50">
                <a:extLst>
                  <a:ext uri="{FF2B5EF4-FFF2-40B4-BE49-F238E27FC236}">
                    <a16:creationId xmlns:a16="http://schemas.microsoft.com/office/drawing/2014/main" id="{2BBC16BA-E9A4-1095-597C-166CA536646D}"/>
                  </a:ext>
                </a:extLst>
              </p:cNvPr>
              <p:cNvSpPr>
                <a:spLocks/>
              </p:cNvSpPr>
              <p:nvPr/>
            </p:nvSpPr>
            <p:spPr>
              <a:xfrm>
                <a:off x="3215450" y="3739048"/>
                <a:ext cx="673556" cy="111830"/>
              </a:xfrm>
              <a:custGeom>
                <a:avLst/>
                <a:gdLst>
                  <a:gd name="connsiteX0" fmla="*/ 1134 w 12973"/>
                  <a:gd name="connsiteY0" fmla="*/ 0 h 9996"/>
                  <a:gd name="connsiteX1" fmla="*/ 286 w 12973"/>
                  <a:gd name="connsiteY1" fmla="*/ 8074 h 9996"/>
                  <a:gd name="connsiteX2" fmla="*/ 331 w 12973"/>
                  <a:gd name="connsiteY2" fmla="*/ 8284 h 9996"/>
                  <a:gd name="connsiteX3" fmla="*/ 1285 w 12973"/>
                  <a:gd name="connsiteY3" fmla="*/ 9996 h 9996"/>
                  <a:gd name="connsiteX4" fmla="*/ 2078 w 12973"/>
                  <a:gd name="connsiteY4" fmla="*/ 8881 h 9996"/>
                  <a:gd name="connsiteX5" fmla="*/ 12934 w 12973"/>
                  <a:gd name="connsiteY5" fmla="*/ 8881 h 9996"/>
                  <a:gd name="connsiteX6" fmla="*/ 8497 w 12973"/>
                  <a:gd name="connsiteY6" fmla="*/ 6237 h 9996"/>
                  <a:gd name="connsiteX7" fmla="*/ 9460 w 12973"/>
                  <a:gd name="connsiteY7" fmla="*/ 2047 h 9996"/>
                  <a:gd name="connsiteX8" fmla="*/ 9266 w 12973"/>
                  <a:gd name="connsiteY8" fmla="*/ 16 h 9996"/>
                  <a:gd name="connsiteX9" fmla="*/ 1134 w 12973"/>
                  <a:gd name="connsiteY9" fmla="*/ 0 h 9996"/>
                  <a:gd name="connsiteX0" fmla="*/ 874 w 10648"/>
                  <a:gd name="connsiteY0" fmla="*/ 0 h 10000"/>
                  <a:gd name="connsiteX1" fmla="*/ 220 w 10648"/>
                  <a:gd name="connsiteY1" fmla="*/ 8077 h 10000"/>
                  <a:gd name="connsiteX2" fmla="*/ 255 w 10648"/>
                  <a:gd name="connsiteY2" fmla="*/ 8287 h 10000"/>
                  <a:gd name="connsiteX3" fmla="*/ 991 w 10648"/>
                  <a:gd name="connsiteY3" fmla="*/ 10000 h 10000"/>
                  <a:gd name="connsiteX4" fmla="*/ 1602 w 10648"/>
                  <a:gd name="connsiteY4" fmla="*/ 8885 h 10000"/>
                  <a:gd name="connsiteX5" fmla="*/ 9970 w 10648"/>
                  <a:gd name="connsiteY5" fmla="*/ 8885 h 10000"/>
                  <a:gd name="connsiteX6" fmla="*/ 10648 w 10648"/>
                  <a:gd name="connsiteY6" fmla="*/ 6737 h 10000"/>
                  <a:gd name="connsiteX7" fmla="*/ 7292 w 10648"/>
                  <a:gd name="connsiteY7" fmla="*/ 2048 h 10000"/>
                  <a:gd name="connsiteX8" fmla="*/ 7143 w 10648"/>
                  <a:gd name="connsiteY8" fmla="*/ 16 h 10000"/>
                  <a:gd name="connsiteX9" fmla="*/ 874 w 10648"/>
                  <a:gd name="connsiteY9" fmla="*/ 0 h 10000"/>
                  <a:gd name="connsiteX0" fmla="*/ 874 w 11603"/>
                  <a:gd name="connsiteY0" fmla="*/ 0 h 10000"/>
                  <a:gd name="connsiteX1" fmla="*/ 220 w 11603"/>
                  <a:gd name="connsiteY1" fmla="*/ 8077 h 10000"/>
                  <a:gd name="connsiteX2" fmla="*/ 255 w 11603"/>
                  <a:gd name="connsiteY2" fmla="*/ 8287 h 10000"/>
                  <a:gd name="connsiteX3" fmla="*/ 991 w 11603"/>
                  <a:gd name="connsiteY3" fmla="*/ 10000 h 10000"/>
                  <a:gd name="connsiteX4" fmla="*/ 1602 w 11603"/>
                  <a:gd name="connsiteY4" fmla="*/ 8885 h 10000"/>
                  <a:gd name="connsiteX5" fmla="*/ 9970 w 11603"/>
                  <a:gd name="connsiteY5" fmla="*/ 8885 h 10000"/>
                  <a:gd name="connsiteX6" fmla="*/ 10648 w 11603"/>
                  <a:gd name="connsiteY6" fmla="*/ 6737 h 10000"/>
                  <a:gd name="connsiteX7" fmla="*/ 11601 w 11603"/>
                  <a:gd name="connsiteY7" fmla="*/ 1550 h 10000"/>
                  <a:gd name="connsiteX8" fmla="*/ 7143 w 11603"/>
                  <a:gd name="connsiteY8" fmla="*/ 16 h 10000"/>
                  <a:gd name="connsiteX9" fmla="*/ 874 w 11603"/>
                  <a:gd name="connsiteY9" fmla="*/ 0 h 10000"/>
                  <a:gd name="connsiteX0" fmla="*/ 874 w 11663"/>
                  <a:gd name="connsiteY0" fmla="*/ 0 h 10000"/>
                  <a:gd name="connsiteX1" fmla="*/ 220 w 11663"/>
                  <a:gd name="connsiteY1" fmla="*/ 8077 h 10000"/>
                  <a:gd name="connsiteX2" fmla="*/ 255 w 11663"/>
                  <a:gd name="connsiteY2" fmla="*/ 8287 h 10000"/>
                  <a:gd name="connsiteX3" fmla="*/ 991 w 11663"/>
                  <a:gd name="connsiteY3" fmla="*/ 10000 h 10000"/>
                  <a:gd name="connsiteX4" fmla="*/ 1602 w 11663"/>
                  <a:gd name="connsiteY4" fmla="*/ 8885 h 10000"/>
                  <a:gd name="connsiteX5" fmla="*/ 9970 w 11663"/>
                  <a:gd name="connsiteY5" fmla="*/ 8885 h 10000"/>
                  <a:gd name="connsiteX6" fmla="*/ 10648 w 11663"/>
                  <a:gd name="connsiteY6" fmla="*/ 6737 h 10000"/>
                  <a:gd name="connsiteX7" fmla="*/ 11601 w 11663"/>
                  <a:gd name="connsiteY7" fmla="*/ 1550 h 10000"/>
                  <a:gd name="connsiteX8" fmla="*/ 11452 w 11663"/>
                  <a:gd name="connsiteY8" fmla="*/ 16 h 10000"/>
                  <a:gd name="connsiteX9" fmla="*/ 874 w 11663"/>
                  <a:gd name="connsiteY9" fmla="*/ 0 h 10000"/>
                  <a:gd name="connsiteX0" fmla="*/ 874 w 11663"/>
                  <a:gd name="connsiteY0" fmla="*/ 0 h 10000"/>
                  <a:gd name="connsiteX1" fmla="*/ 220 w 11663"/>
                  <a:gd name="connsiteY1" fmla="*/ 8077 h 10000"/>
                  <a:gd name="connsiteX2" fmla="*/ 255 w 11663"/>
                  <a:gd name="connsiteY2" fmla="*/ 8287 h 10000"/>
                  <a:gd name="connsiteX3" fmla="*/ 991 w 11663"/>
                  <a:gd name="connsiteY3" fmla="*/ 10000 h 10000"/>
                  <a:gd name="connsiteX4" fmla="*/ 1602 w 11663"/>
                  <a:gd name="connsiteY4" fmla="*/ 8885 h 10000"/>
                  <a:gd name="connsiteX5" fmla="*/ 9759 w 11663"/>
                  <a:gd name="connsiteY5" fmla="*/ 8885 h 10000"/>
                  <a:gd name="connsiteX6" fmla="*/ 10648 w 11663"/>
                  <a:gd name="connsiteY6" fmla="*/ 6737 h 10000"/>
                  <a:gd name="connsiteX7" fmla="*/ 11601 w 11663"/>
                  <a:gd name="connsiteY7" fmla="*/ 1550 h 10000"/>
                  <a:gd name="connsiteX8" fmla="*/ 11452 w 11663"/>
                  <a:gd name="connsiteY8" fmla="*/ 16 h 10000"/>
                  <a:gd name="connsiteX9" fmla="*/ 874 w 11663"/>
                  <a:gd name="connsiteY9" fmla="*/ 0 h 10000"/>
                  <a:gd name="connsiteX0" fmla="*/ 874 w 11688"/>
                  <a:gd name="connsiteY0" fmla="*/ 0 h 10000"/>
                  <a:gd name="connsiteX1" fmla="*/ 220 w 11688"/>
                  <a:gd name="connsiteY1" fmla="*/ 8077 h 10000"/>
                  <a:gd name="connsiteX2" fmla="*/ 255 w 11688"/>
                  <a:gd name="connsiteY2" fmla="*/ 8287 h 10000"/>
                  <a:gd name="connsiteX3" fmla="*/ 991 w 11688"/>
                  <a:gd name="connsiteY3" fmla="*/ 10000 h 10000"/>
                  <a:gd name="connsiteX4" fmla="*/ 1602 w 11688"/>
                  <a:gd name="connsiteY4" fmla="*/ 8885 h 10000"/>
                  <a:gd name="connsiteX5" fmla="*/ 9759 w 11688"/>
                  <a:gd name="connsiteY5" fmla="*/ 8885 h 10000"/>
                  <a:gd name="connsiteX6" fmla="*/ 10648 w 11688"/>
                  <a:gd name="connsiteY6" fmla="*/ 6737 h 10000"/>
                  <a:gd name="connsiteX7" fmla="*/ 11601 w 11688"/>
                  <a:gd name="connsiteY7" fmla="*/ 1550 h 10000"/>
                  <a:gd name="connsiteX8" fmla="*/ 11529 w 11688"/>
                  <a:gd name="connsiteY8" fmla="*/ 16 h 10000"/>
                  <a:gd name="connsiteX9" fmla="*/ 874 w 11688"/>
                  <a:gd name="connsiteY9" fmla="*/ 0 h 10000"/>
                  <a:gd name="connsiteX0" fmla="*/ 874 w 11634"/>
                  <a:gd name="connsiteY0" fmla="*/ 0 h 10000"/>
                  <a:gd name="connsiteX1" fmla="*/ 220 w 11634"/>
                  <a:gd name="connsiteY1" fmla="*/ 8077 h 10000"/>
                  <a:gd name="connsiteX2" fmla="*/ 255 w 11634"/>
                  <a:gd name="connsiteY2" fmla="*/ 8287 h 10000"/>
                  <a:gd name="connsiteX3" fmla="*/ 991 w 11634"/>
                  <a:gd name="connsiteY3" fmla="*/ 10000 h 10000"/>
                  <a:gd name="connsiteX4" fmla="*/ 1602 w 11634"/>
                  <a:gd name="connsiteY4" fmla="*/ 8885 h 10000"/>
                  <a:gd name="connsiteX5" fmla="*/ 9759 w 11634"/>
                  <a:gd name="connsiteY5" fmla="*/ 8885 h 10000"/>
                  <a:gd name="connsiteX6" fmla="*/ 10648 w 11634"/>
                  <a:gd name="connsiteY6" fmla="*/ 6737 h 10000"/>
                  <a:gd name="connsiteX7" fmla="*/ 11486 w 11634"/>
                  <a:gd name="connsiteY7" fmla="*/ 2148 h 10000"/>
                  <a:gd name="connsiteX8" fmla="*/ 11529 w 11634"/>
                  <a:gd name="connsiteY8" fmla="*/ 16 h 10000"/>
                  <a:gd name="connsiteX9" fmla="*/ 874 w 11634"/>
                  <a:gd name="connsiteY9" fmla="*/ 0 h 10000"/>
                  <a:gd name="connsiteX0" fmla="*/ 874 w 11573"/>
                  <a:gd name="connsiteY0" fmla="*/ 0 h 10000"/>
                  <a:gd name="connsiteX1" fmla="*/ 220 w 11573"/>
                  <a:gd name="connsiteY1" fmla="*/ 8077 h 10000"/>
                  <a:gd name="connsiteX2" fmla="*/ 255 w 11573"/>
                  <a:gd name="connsiteY2" fmla="*/ 8287 h 10000"/>
                  <a:gd name="connsiteX3" fmla="*/ 991 w 11573"/>
                  <a:gd name="connsiteY3" fmla="*/ 10000 h 10000"/>
                  <a:gd name="connsiteX4" fmla="*/ 1602 w 11573"/>
                  <a:gd name="connsiteY4" fmla="*/ 8885 h 10000"/>
                  <a:gd name="connsiteX5" fmla="*/ 9759 w 11573"/>
                  <a:gd name="connsiteY5" fmla="*/ 8885 h 10000"/>
                  <a:gd name="connsiteX6" fmla="*/ 10648 w 11573"/>
                  <a:gd name="connsiteY6" fmla="*/ 6737 h 10000"/>
                  <a:gd name="connsiteX7" fmla="*/ 11486 w 11573"/>
                  <a:gd name="connsiteY7" fmla="*/ 2148 h 10000"/>
                  <a:gd name="connsiteX8" fmla="*/ 11414 w 11573"/>
                  <a:gd name="connsiteY8" fmla="*/ 16 h 10000"/>
                  <a:gd name="connsiteX9" fmla="*/ 874 w 11573"/>
                  <a:gd name="connsiteY9" fmla="*/ 0 h 10000"/>
                  <a:gd name="connsiteX0" fmla="*/ 874 w 11526"/>
                  <a:gd name="connsiteY0" fmla="*/ 0 h 10000"/>
                  <a:gd name="connsiteX1" fmla="*/ 220 w 11526"/>
                  <a:gd name="connsiteY1" fmla="*/ 8077 h 10000"/>
                  <a:gd name="connsiteX2" fmla="*/ 255 w 11526"/>
                  <a:gd name="connsiteY2" fmla="*/ 8287 h 10000"/>
                  <a:gd name="connsiteX3" fmla="*/ 991 w 11526"/>
                  <a:gd name="connsiteY3" fmla="*/ 10000 h 10000"/>
                  <a:gd name="connsiteX4" fmla="*/ 1602 w 11526"/>
                  <a:gd name="connsiteY4" fmla="*/ 8885 h 10000"/>
                  <a:gd name="connsiteX5" fmla="*/ 9759 w 11526"/>
                  <a:gd name="connsiteY5" fmla="*/ 8885 h 10000"/>
                  <a:gd name="connsiteX6" fmla="*/ 10648 w 11526"/>
                  <a:gd name="connsiteY6" fmla="*/ 6737 h 10000"/>
                  <a:gd name="connsiteX7" fmla="*/ 11390 w 11526"/>
                  <a:gd name="connsiteY7" fmla="*/ 2746 h 10000"/>
                  <a:gd name="connsiteX8" fmla="*/ 11414 w 11526"/>
                  <a:gd name="connsiteY8" fmla="*/ 16 h 10000"/>
                  <a:gd name="connsiteX9" fmla="*/ 874 w 11526"/>
                  <a:gd name="connsiteY9" fmla="*/ 0 h 10000"/>
                  <a:gd name="connsiteX0" fmla="*/ 874 w 11573"/>
                  <a:gd name="connsiteY0" fmla="*/ 0 h 10000"/>
                  <a:gd name="connsiteX1" fmla="*/ 220 w 11573"/>
                  <a:gd name="connsiteY1" fmla="*/ 8077 h 10000"/>
                  <a:gd name="connsiteX2" fmla="*/ 255 w 11573"/>
                  <a:gd name="connsiteY2" fmla="*/ 8287 h 10000"/>
                  <a:gd name="connsiteX3" fmla="*/ 991 w 11573"/>
                  <a:gd name="connsiteY3" fmla="*/ 10000 h 10000"/>
                  <a:gd name="connsiteX4" fmla="*/ 1602 w 11573"/>
                  <a:gd name="connsiteY4" fmla="*/ 8885 h 10000"/>
                  <a:gd name="connsiteX5" fmla="*/ 9759 w 11573"/>
                  <a:gd name="connsiteY5" fmla="*/ 8885 h 10000"/>
                  <a:gd name="connsiteX6" fmla="*/ 10648 w 11573"/>
                  <a:gd name="connsiteY6" fmla="*/ 6737 h 10000"/>
                  <a:gd name="connsiteX7" fmla="*/ 11486 w 11573"/>
                  <a:gd name="connsiteY7" fmla="*/ 2248 h 10000"/>
                  <a:gd name="connsiteX8" fmla="*/ 11414 w 11573"/>
                  <a:gd name="connsiteY8" fmla="*/ 16 h 10000"/>
                  <a:gd name="connsiteX9" fmla="*/ 874 w 11573"/>
                  <a:gd name="connsiteY9"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573" h="10000" extrusionOk="0">
                    <a:moveTo>
                      <a:pt x="874" y="0"/>
                    </a:moveTo>
                    <a:cubicBezTo>
                      <a:pt x="132" y="0"/>
                      <a:pt x="-281" y="4997"/>
                      <a:pt x="220" y="8077"/>
                    </a:cubicBezTo>
                    <a:cubicBezTo>
                      <a:pt x="232" y="8142"/>
                      <a:pt x="244" y="8207"/>
                      <a:pt x="255" y="8287"/>
                    </a:cubicBezTo>
                    <a:cubicBezTo>
                      <a:pt x="456" y="9419"/>
                      <a:pt x="722" y="10000"/>
                      <a:pt x="991" y="10000"/>
                    </a:cubicBezTo>
                    <a:cubicBezTo>
                      <a:pt x="1204" y="10000"/>
                      <a:pt x="1418" y="9633"/>
                      <a:pt x="1602" y="8885"/>
                    </a:cubicBezTo>
                    <a:lnTo>
                      <a:pt x="9759" y="8885"/>
                    </a:lnTo>
                    <a:cubicBezTo>
                      <a:pt x="10185" y="8885"/>
                      <a:pt x="10344" y="8430"/>
                      <a:pt x="10648" y="6737"/>
                    </a:cubicBezTo>
                    <a:lnTo>
                      <a:pt x="11486" y="2248"/>
                    </a:lnTo>
                    <a:cubicBezTo>
                      <a:pt x="11620" y="1506"/>
                      <a:pt x="11603" y="16"/>
                      <a:pt x="11414" y="16"/>
                    </a:cubicBezTo>
                    <a:lnTo>
                      <a:pt x="874" y="0"/>
                    </a:ln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145;p50">
                <a:extLst>
                  <a:ext uri="{FF2B5EF4-FFF2-40B4-BE49-F238E27FC236}">
                    <a16:creationId xmlns:a16="http://schemas.microsoft.com/office/drawing/2014/main" id="{00645271-0C61-A0A1-1ED2-5BF203ED893B}"/>
                  </a:ext>
                </a:extLst>
              </p:cNvPr>
              <p:cNvSpPr>
                <a:spLocks/>
              </p:cNvSpPr>
              <p:nvPr/>
            </p:nvSpPr>
            <p:spPr>
              <a:xfrm>
                <a:off x="3219950" y="3746666"/>
                <a:ext cx="105477" cy="95322"/>
              </a:xfrm>
              <a:custGeom>
                <a:avLst/>
                <a:gdLst/>
                <a:ahLst/>
                <a:cxnLst/>
                <a:rect l="l" t="t" r="r" b="b"/>
                <a:pathLst>
                  <a:path w="3355" h="3032" extrusionOk="0">
                    <a:moveTo>
                      <a:pt x="1681" y="1"/>
                    </a:moveTo>
                    <a:cubicBezTo>
                      <a:pt x="1553" y="1"/>
                      <a:pt x="1422" y="17"/>
                      <a:pt x="1292" y="52"/>
                    </a:cubicBezTo>
                    <a:cubicBezTo>
                      <a:pt x="484" y="261"/>
                      <a:pt x="0" y="1091"/>
                      <a:pt x="210" y="1898"/>
                    </a:cubicBezTo>
                    <a:cubicBezTo>
                      <a:pt x="385" y="2577"/>
                      <a:pt x="999" y="3032"/>
                      <a:pt x="1669" y="3032"/>
                    </a:cubicBezTo>
                    <a:cubicBezTo>
                      <a:pt x="1797" y="3032"/>
                      <a:pt x="1927" y="3015"/>
                      <a:pt x="2056" y="2980"/>
                    </a:cubicBezTo>
                    <a:cubicBezTo>
                      <a:pt x="2871" y="2771"/>
                      <a:pt x="3354" y="1942"/>
                      <a:pt x="3145" y="1134"/>
                    </a:cubicBezTo>
                    <a:cubicBezTo>
                      <a:pt x="2963" y="456"/>
                      <a:pt x="2354" y="1"/>
                      <a:pt x="1681" y="1"/>
                    </a:cubicBezTo>
                    <a:close/>
                  </a:path>
                </a:pathLst>
              </a:custGeom>
              <a:ln/>
            </p:spPr>
            <p:style>
              <a:lnRef idx="2">
                <a:schemeClr val="accent6"/>
              </a:lnRef>
              <a:fillRef idx="1">
                <a:schemeClr val="lt1"/>
              </a:fillRef>
              <a:effectRef idx="0">
                <a:schemeClr val="accent6"/>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6" name="Graphic 5" descr="Presentation with checklist with solid fill">
              <a:extLst>
                <a:ext uri="{FF2B5EF4-FFF2-40B4-BE49-F238E27FC236}">
                  <a16:creationId xmlns:a16="http://schemas.microsoft.com/office/drawing/2014/main" id="{BD96F00B-F958-8EE2-58C1-5616A4F8CBF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06763" y="904009"/>
              <a:ext cx="690127" cy="690127"/>
            </a:xfrm>
            <a:prstGeom prst="rect">
              <a:avLst/>
            </a:prstGeom>
          </p:spPr>
        </p:pic>
      </p:grpSp>
      <p:sp>
        <p:nvSpPr>
          <p:cNvPr id="9" name="Freeform: Shape 8">
            <a:extLst>
              <a:ext uri="{FF2B5EF4-FFF2-40B4-BE49-F238E27FC236}">
                <a16:creationId xmlns:a16="http://schemas.microsoft.com/office/drawing/2014/main" id="{FC27A545-65B1-1EC7-801C-DEDC3F54B8F9}"/>
              </a:ext>
            </a:extLst>
          </p:cNvPr>
          <p:cNvSpPr/>
          <p:nvPr userDrawn="1"/>
        </p:nvSpPr>
        <p:spPr>
          <a:xfrm>
            <a:off x="802332" y="1484784"/>
            <a:ext cx="7658100" cy="3905250"/>
          </a:xfrm>
          <a:custGeom>
            <a:avLst/>
            <a:gdLst>
              <a:gd name="connsiteX0" fmla="*/ 0 w 7658100"/>
              <a:gd name="connsiteY0" fmla="*/ 152400 h 3905250"/>
              <a:gd name="connsiteX1" fmla="*/ 0 w 7658100"/>
              <a:gd name="connsiteY1" fmla="*/ 3905250 h 3905250"/>
              <a:gd name="connsiteX2" fmla="*/ 7658100 w 7658100"/>
              <a:gd name="connsiteY2" fmla="*/ 3905250 h 3905250"/>
              <a:gd name="connsiteX3" fmla="*/ 7658100 w 7658100"/>
              <a:gd name="connsiteY3" fmla="*/ 0 h 3905250"/>
              <a:gd name="connsiteX4" fmla="*/ 3667125 w 7658100"/>
              <a:gd name="connsiteY4" fmla="*/ 0 h 3905250"/>
              <a:gd name="connsiteX0" fmla="*/ 0 w 7658100"/>
              <a:gd name="connsiteY0" fmla="*/ 152400 h 3905250"/>
              <a:gd name="connsiteX1" fmla="*/ 0 w 7658100"/>
              <a:gd name="connsiteY1" fmla="*/ 3905250 h 3905250"/>
              <a:gd name="connsiteX2" fmla="*/ 7658100 w 7658100"/>
              <a:gd name="connsiteY2" fmla="*/ 3905250 h 3905250"/>
              <a:gd name="connsiteX3" fmla="*/ 7658100 w 7658100"/>
              <a:gd name="connsiteY3" fmla="*/ 0 h 3905250"/>
              <a:gd name="connsiteX4" fmla="*/ 5722262 w 7658100"/>
              <a:gd name="connsiteY4" fmla="*/ 0 h 390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58100" h="3905250">
                <a:moveTo>
                  <a:pt x="0" y="152400"/>
                </a:moveTo>
                <a:lnTo>
                  <a:pt x="0" y="3905250"/>
                </a:lnTo>
                <a:lnTo>
                  <a:pt x="7658100" y="3905250"/>
                </a:lnTo>
                <a:lnTo>
                  <a:pt x="7658100" y="0"/>
                </a:lnTo>
                <a:lnTo>
                  <a:pt x="5722262" y="0"/>
                </a:lnTo>
              </a:path>
            </a:pathLst>
          </a:custGeom>
          <a:noFill/>
          <a:ln>
            <a:solidFill>
              <a:srgbClr val="D39F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FA17884-E17D-FC61-4BD2-4F27E796B0EA}"/>
              </a:ext>
            </a:extLst>
          </p:cNvPr>
          <p:cNvSpPr>
            <a:spLocks noGrp="1"/>
          </p:cNvSpPr>
          <p:nvPr>
            <p:ph type="title" hasCustomPrompt="1"/>
          </p:nvPr>
        </p:nvSpPr>
        <p:spPr>
          <a:xfrm>
            <a:off x="1734270" y="922365"/>
            <a:ext cx="4553726" cy="7064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lang="en-IN" dirty="0">
                <a:solidFill>
                  <a:schemeClr val="bg1"/>
                </a:solidFill>
              </a:defRPr>
            </a:lvl1pPr>
          </a:lstStyle>
          <a:p>
            <a:pPr lvl="0"/>
            <a:r>
              <a:rPr lang="en-US" dirty="0">
                <a:latin typeface="+mj-lt"/>
                <a:cs typeface="Times New Roman" panose="02020603050405020304" pitchFamily="18" charset="0"/>
              </a:rPr>
              <a:t>OBJECTIVES </a:t>
            </a:r>
            <a:endParaRPr lang="en-IN" dirty="0"/>
          </a:p>
        </p:txBody>
      </p:sp>
      <p:sp>
        <p:nvSpPr>
          <p:cNvPr id="11" name="Content Placeholder 14">
            <a:extLst>
              <a:ext uri="{FF2B5EF4-FFF2-40B4-BE49-F238E27FC236}">
                <a16:creationId xmlns:a16="http://schemas.microsoft.com/office/drawing/2014/main" id="{BF32C630-FEFF-BDA8-1BA9-92413C789985}"/>
              </a:ext>
            </a:extLst>
          </p:cNvPr>
          <p:cNvSpPr>
            <a:spLocks noGrp="1"/>
          </p:cNvSpPr>
          <p:nvPr>
            <p:ph sz="quarter" idx="15"/>
          </p:nvPr>
        </p:nvSpPr>
        <p:spPr>
          <a:xfrm>
            <a:off x="1448034" y="1949924"/>
            <a:ext cx="6247934" cy="351615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257175" indent="-257175">
              <a:buFont typeface="Wingdings" panose="05000000000000000000" pitchFamily="2" charset="2"/>
              <a:buChar char="ü"/>
              <a:defRPr lang="en-US" dirty="0"/>
            </a:lvl1pPr>
            <a:lvl2pPr>
              <a:defRPr lang="en-US" dirty="0"/>
            </a:lvl2pPr>
            <a:lvl3pPr>
              <a:defRPr lang="en-US" dirty="0"/>
            </a:lvl3pPr>
            <a:lvl4pPr>
              <a:defRPr lang="en-US" dirty="0"/>
            </a:lvl4pPr>
            <a:lvl5pPr>
              <a:defRPr lang="en-IN" dirty="0"/>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3597" defTabSz="672704">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Tree>
    <p:extLst>
      <p:ext uri="{BB962C8B-B14F-4D97-AF65-F5344CB8AC3E}">
        <p14:creationId xmlns:p14="http://schemas.microsoft.com/office/powerpoint/2010/main" val="3632646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D5781B7-8C29-2C7A-FCFB-22228309952E}"/>
              </a:ext>
            </a:extLst>
          </p:cNvPr>
          <p:cNvSpPr>
            <a:spLocks noGrp="1"/>
          </p:cNvSpPr>
          <p:nvPr>
            <p:ph type="sldNum" sz="quarter" idx="10"/>
          </p:nvPr>
        </p:nvSpPr>
        <p:spPr/>
        <p:txBody>
          <a:bodyPr/>
          <a:lstStyle/>
          <a:p>
            <a:fld id="{8725687D-C4BB-4170-8738-C54F5060FC5B}" type="slidenum">
              <a:rPr lang="en-IN" smtClean="0"/>
              <a:pPr/>
              <a:t>‹#›</a:t>
            </a:fld>
            <a:endParaRPr lang="en-IN"/>
          </a:p>
        </p:txBody>
      </p:sp>
      <p:sp>
        <p:nvSpPr>
          <p:cNvPr id="4" name="Title 1">
            <a:extLst>
              <a:ext uri="{FF2B5EF4-FFF2-40B4-BE49-F238E27FC236}">
                <a16:creationId xmlns:a16="http://schemas.microsoft.com/office/drawing/2014/main" id="{8FB88B6F-D6E8-14C8-F15C-827E06A53B48}"/>
              </a:ext>
            </a:extLst>
          </p:cNvPr>
          <p:cNvSpPr>
            <a:spLocks noGrp="1"/>
          </p:cNvSpPr>
          <p:nvPr>
            <p:ph type="title"/>
          </p:nvPr>
        </p:nvSpPr>
        <p:spPr>
          <a:xfrm>
            <a:off x="420745" y="332658"/>
            <a:ext cx="6954791" cy="706437"/>
          </a:xfrm>
        </p:spPr>
        <p:txBody>
          <a:bodyPr/>
          <a:lstStyle>
            <a:lvl1pPr>
              <a:defRPr sz="1800"/>
            </a:lvl1pPr>
          </a:lstStyle>
          <a:p>
            <a:r>
              <a:rPr lang="en-US" dirty="0"/>
              <a:t>Click to edit Master title style</a:t>
            </a:r>
            <a:endParaRPr lang="en-IN" dirty="0"/>
          </a:p>
        </p:txBody>
      </p:sp>
    </p:spTree>
    <p:extLst>
      <p:ext uri="{BB962C8B-B14F-4D97-AF65-F5344CB8AC3E}">
        <p14:creationId xmlns:p14="http://schemas.microsoft.com/office/powerpoint/2010/main" val="3815846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D5781B7-8C29-2C7A-FCFB-22228309952E}"/>
              </a:ext>
            </a:extLst>
          </p:cNvPr>
          <p:cNvSpPr>
            <a:spLocks noGrp="1"/>
          </p:cNvSpPr>
          <p:nvPr>
            <p:ph type="sldNum" sz="quarter" idx="10"/>
          </p:nvPr>
        </p:nvSpPr>
        <p:spPr/>
        <p:txBody>
          <a:bodyPr/>
          <a:lstStyle/>
          <a:p>
            <a:fld id="{8725687D-C4BB-4170-8738-C54F5060FC5B}" type="slidenum">
              <a:rPr lang="en-IN" smtClean="0"/>
              <a:pPr/>
              <a:t>‹#›</a:t>
            </a:fld>
            <a:endParaRPr lang="en-IN"/>
          </a:p>
        </p:txBody>
      </p:sp>
      <p:sp>
        <p:nvSpPr>
          <p:cNvPr id="5" name="SmartArt Placeholder 4">
            <a:extLst>
              <a:ext uri="{FF2B5EF4-FFF2-40B4-BE49-F238E27FC236}">
                <a16:creationId xmlns:a16="http://schemas.microsoft.com/office/drawing/2014/main" id="{E6DDB958-F26C-79B3-584C-436D46D63CF5}"/>
              </a:ext>
            </a:extLst>
          </p:cNvPr>
          <p:cNvSpPr>
            <a:spLocks noGrp="1"/>
          </p:cNvSpPr>
          <p:nvPr>
            <p:ph type="dgm" sz="quarter" idx="11"/>
          </p:nvPr>
        </p:nvSpPr>
        <p:spPr>
          <a:xfrm>
            <a:off x="415637" y="396221"/>
            <a:ext cx="8312727" cy="5409045"/>
          </a:xfrm>
        </p:spPr>
        <p:txBody>
          <a:bodyPr/>
          <a:lstStyle/>
          <a:p>
            <a:endParaRPr lang="en-IN"/>
          </a:p>
        </p:txBody>
      </p:sp>
      <p:sp>
        <p:nvSpPr>
          <p:cNvPr id="2" name="Date Placeholder 4">
            <a:extLst>
              <a:ext uri="{FF2B5EF4-FFF2-40B4-BE49-F238E27FC236}">
                <a16:creationId xmlns:a16="http://schemas.microsoft.com/office/drawing/2014/main" id="{748329C8-EF0C-8A99-5CD7-4566AEE6A01D}"/>
              </a:ext>
            </a:extLst>
          </p:cNvPr>
          <p:cNvSpPr>
            <a:spLocks noGrp="1"/>
          </p:cNvSpPr>
          <p:nvPr>
            <p:ph type="dt" sz="half" idx="12"/>
          </p:nvPr>
        </p:nvSpPr>
        <p:spPr>
          <a:xfrm>
            <a:off x="457200" y="6165306"/>
            <a:ext cx="2133600" cy="365125"/>
          </a:xfrm>
          <a:prstGeom prst="rect">
            <a:avLst/>
          </a:prstGeom>
        </p:spPr>
        <p:txBody>
          <a:bodyPr/>
          <a:lstStyle/>
          <a:p>
            <a:endParaRPr lang="en-IN"/>
          </a:p>
        </p:txBody>
      </p:sp>
      <p:sp>
        <p:nvSpPr>
          <p:cNvPr id="4" name="Footer Placeholder 5">
            <a:extLst>
              <a:ext uri="{FF2B5EF4-FFF2-40B4-BE49-F238E27FC236}">
                <a16:creationId xmlns:a16="http://schemas.microsoft.com/office/drawing/2014/main" id="{94BD7CC6-8900-E2F6-CADF-1D39EBA245CF}"/>
              </a:ext>
            </a:extLst>
          </p:cNvPr>
          <p:cNvSpPr>
            <a:spLocks noGrp="1"/>
          </p:cNvSpPr>
          <p:nvPr>
            <p:ph type="ftr" sz="quarter" idx="13"/>
          </p:nvPr>
        </p:nvSpPr>
        <p:spPr>
          <a:xfrm>
            <a:off x="3124200" y="6165306"/>
            <a:ext cx="2895600" cy="365125"/>
          </a:xfrm>
          <a:prstGeom prst="rect">
            <a:avLst/>
          </a:prstGeom>
        </p:spPr>
        <p:txBody>
          <a:bodyPr/>
          <a:lstStyle/>
          <a:p>
            <a:endParaRPr lang="en-IN" dirty="0"/>
          </a:p>
        </p:txBody>
      </p:sp>
    </p:spTree>
    <p:extLst>
      <p:ext uri="{BB962C8B-B14F-4D97-AF65-F5344CB8AC3E}">
        <p14:creationId xmlns:p14="http://schemas.microsoft.com/office/powerpoint/2010/main" val="39637321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7" name="Online Image Placeholder 16">
            <a:extLst>
              <a:ext uri="{FF2B5EF4-FFF2-40B4-BE49-F238E27FC236}">
                <a16:creationId xmlns:a16="http://schemas.microsoft.com/office/drawing/2014/main" id="{8CE4FDBB-7441-412E-4AB1-A4CE1DBC8DC3}"/>
              </a:ext>
            </a:extLst>
          </p:cNvPr>
          <p:cNvSpPr>
            <a:spLocks noGrp="1"/>
          </p:cNvSpPr>
          <p:nvPr>
            <p:ph type="clipArt" sz="quarter" idx="15"/>
          </p:nvPr>
        </p:nvSpPr>
        <p:spPr>
          <a:xfrm>
            <a:off x="404589" y="327572"/>
            <a:ext cx="7020988" cy="2533277"/>
          </a:xfrm>
          <a:prstGeom prst="roundRect">
            <a:avLst>
              <a:gd name="adj" fmla="val 5231"/>
            </a:avLst>
          </a:prstGeom>
        </p:spPr>
        <p:txBody>
          <a:bodyPr/>
          <a:lstStyle/>
          <a:p>
            <a:endParaRPr lang="en-IN"/>
          </a:p>
        </p:txBody>
      </p:sp>
      <p:sp>
        <p:nvSpPr>
          <p:cNvPr id="8" name="Content Placeholder 7"/>
          <p:cNvSpPr>
            <a:spLocks noGrp="1"/>
          </p:cNvSpPr>
          <p:nvPr>
            <p:ph sz="quarter" idx="13"/>
          </p:nvPr>
        </p:nvSpPr>
        <p:spPr>
          <a:xfrm>
            <a:off x="722313" y="4069163"/>
            <a:ext cx="7772400" cy="181461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a:lvl1pPr>
            <a:lvl2pPr>
              <a:defRPr lang="en-US"/>
            </a:lvl2pPr>
            <a:lvl3pPr>
              <a:defRPr lang="en-US"/>
            </a:lvl3pPr>
            <a:lvl4pPr>
              <a:defRPr lang="en-US"/>
            </a:lvl4pPr>
            <a:lvl5pPr>
              <a:defRPr lang="en-IN"/>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3597" defTabSz="672704">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
        <p:nvSpPr>
          <p:cNvPr id="2" name="Title 1"/>
          <p:cNvSpPr>
            <a:spLocks noGrp="1"/>
          </p:cNvSpPr>
          <p:nvPr>
            <p:ph type="title"/>
          </p:nvPr>
        </p:nvSpPr>
        <p:spPr>
          <a:xfrm>
            <a:off x="722313" y="2996953"/>
            <a:ext cx="7772400" cy="936104"/>
          </a:xfrm>
        </p:spPr>
        <p:txBody>
          <a:bodyPr anchor="b">
            <a:normAutofit/>
          </a:bodyPr>
          <a:lstStyle>
            <a:lvl1pPr algn="l">
              <a:defRPr sz="2100" b="1" cap="all">
                <a:solidFill>
                  <a:srgbClr val="C00000"/>
                </a:solidFill>
              </a:defRPr>
            </a:lvl1pPr>
          </a:lstStyle>
          <a:p>
            <a:r>
              <a:rPr lang="en-US"/>
              <a:t>Click to edit Master title style</a:t>
            </a:r>
            <a:endParaRPr lang="en-IN"/>
          </a:p>
        </p:txBody>
      </p:sp>
      <p:sp>
        <p:nvSpPr>
          <p:cNvPr id="5" name="Slide Number Placeholder 5">
            <a:extLst>
              <a:ext uri="{FF2B5EF4-FFF2-40B4-BE49-F238E27FC236}">
                <a16:creationId xmlns:a16="http://schemas.microsoft.com/office/drawing/2014/main" id="{39A9720A-719A-4966-B2FF-6F0CD092D268}"/>
              </a:ext>
            </a:extLst>
          </p:cNvPr>
          <p:cNvSpPr>
            <a:spLocks noGrp="1"/>
          </p:cNvSpPr>
          <p:nvPr>
            <p:ph type="sldNum" sz="quarter" idx="14"/>
          </p:nvPr>
        </p:nvSpPr>
        <p:spPr/>
        <p:txBody>
          <a:bodyPr/>
          <a:lstStyle>
            <a:lvl1pPr>
              <a:defRPr/>
            </a:lvl1pPr>
          </a:lstStyle>
          <a:p>
            <a:fld id="{8725687D-C4BB-4170-8738-C54F5060FC5B}" type="slidenum">
              <a:rPr lang="en-IN" smtClean="0"/>
              <a:pPr/>
              <a:t>‹#›</a:t>
            </a:fld>
            <a:endParaRPr lang="en-IN"/>
          </a:p>
        </p:txBody>
      </p:sp>
      <p:sp>
        <p:nvSpPr>
          <p:cNvPr id="4" name="Date Placeholder 4">
            <a:extLst>
              <a:ext uri="{FF2B5EF4-FFF2-40B4-BE49-F238E27FC236}">
                <a16:creationId xmlns:a16="http://schemas.microsoft.com/office/drawing/2014/main" id="{AC425A23-397F-267A-7D08-9EE0FCE44F47}"/>
              </a:ext>
            </a:extLst>
          </p:cNvPr>
          <p:cNvSpPr>
            <a:spLocks noGrp="1"/>
          </p:cNvSpPr>
          <p:nvPr>
            <p:ph type="dt" sz="half" idx="10"/>
          </p:nvPr>
        </p:nvSpPr>
        <p:spPr>
          <a:xfrm>
            <a:off x="457200" y="6165306"/>
            <a:ext cx="2133600" cy="365125"/>
          </a:xfrm>
          <a:prstGeom prst="rect">
            <a:avLst/>
          </a:prstGeom>
        </p:spPr>
        <p:txBody>
          <a:bodyPr/>
          <a:lstStyle/>
          <a:p>
            <a:endParaRPr lang="en-IN"/>
          </a:p>
        </p:txBody>
      </p:sp>
      <p:sp>
        <p:nvSpPr>
          <p:cNvPr id="9" name="Footer Placeholder 5">
            <a:extLst>
              <a:ext uri="{FF2B5EF4-FFF2-40B4-BE49-F238E27FC236}">
                <a16:creationId xmlns:a16="http://schemas.microsoft.com/office/drawing/2014/main" id="{4F18B7A4-073E-718B-B86E-C0202DF31CB9}"/>
              </a:ext>
            </a:extLst>
          </p:cNvPr>
          <p:cNvSpPr>
            <a:spLocks noGrp="1"/>
          </p:cNvSpPr>
          <p:nvPr>
            <p:ph type="ftr" sz="quarter" idx="11"/>
          </p:nvPr>
        </p:nvSpPr>
        <p:spPr>
          <a:xfrm>
            <a:off x="3124200" y="6165306"/>
            <a:ext cx="2895600" cy="365125"/>
          </a:xfrm>
          <a:prstGeom prst="rect">
            <a:avLst/>
          </a:prstGeom>
        </p:spPr>
        <p:txBody>
          <a:bodyPr/>
          <a:lstStyle/>
          <a:p>
            <a:endParaRPr lang="en-IN" dirty="0"/>
          </a:p>
        </p:txBody>
      </p:sp>
    </p:spTree>
    <p:extLst>
      <p:ext uri="{BB962C8B-B14F-4D97-AF65-F5344CB8AC3E}">
        <p14:creationId xmlns:p14="http://schemas.microsoft.com/office/powerpoint/2010/main" val="2344513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noAutofit/>
          </a:bodyPr>
          <a:lstStyle>
            <a:lvl1pPr algn="ctr">
              <a:defRPr sz="2100" b="1">
                <a:solidFill>
                  <a:srgbClr val="C00000"/>
                </a:solidFill>
              </a:defRPr>
            </a:lvl1pPr>
          </a:lstStyle>
          <a:p>
            <a:r>
              <a:rPr lang="en-US" dirty="0"/>
              <a:t>Click to edit Master title style</a:t>
            </a:r>
            <a:endParaRPr lang="en-IN" dirty="0"/>
          </a:p>
        </p:txBody>
      </p:sp>
      <p:sp>
        <p:nvSpPr>
          <p:cNvPr id="4" name="Text Placeholder 3"/>
          <p:cNvSpPr>
            <a:spLocks noGrp="1"/>
          </p:cNvSpPr>
          <p:nvPr>
            <p:ph type="body" sz="half" idx="2"/>
          </p:nvPr>
        </p:nvSpPr>
        <p:spPr>
          <a:xfrm>
            <a:off x="1792288" y="5367338"/>
            <a:ext cx="5486400" cy="80486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a:lvl1pPr>
          </a:lstStyle>
          <a:p>
            <a:pPr marL="203597" lvl="0" indent="-203597">
              <a:spcBef>
                <a:spcPts val="0"/>
              </a:spcBef>
              <a:spcAft>
                <a:spcPts val="450"/>
              </a:spcAft>
            </a:pPr>
            <a:r>
              <a:rPr lang="en-US"/>
              <a:t>Click to edit Master text styles</a:t>
            </a:r>
          </a:p>
        </p:txBody>
      </p:sp>
      <p:sp>
        <p:nvSpPr>
          <p:cNvPr id="7" name="Slide Number Placeholder 6">
            <a:extLst>
              <a:ext uri="{FF2B5EF4-FFF2-40B4-BE49-F238E27FC236}">
                <a16:creationId xmlns:a16="http://schemas.microsoft.com/office/drawing/2014/main" id="{A6011E31-38DC-4F5D-BD24-1ABD59E96328}"/>
              </a:ext>
            </a:extLst>
          </p:cNvPr>
          <p:cNvSpPr>
            <a:spLocks noGrp="1"/>
          </p:cNvSpPr>
          <p:nvPr>
            <p:ph type="sldNum" sz="quarter" idx="12"/>
          </p:nvPr>
        </p:nvSpPr>
        <p:spPr/>
        <p:txBody>
          <a:bodyPr/>
          <a:lstStyle>
            <a:lvl1pPr>
              <a:defRPr/>
            </a:lvl1pPr>
          </a:lstStyle>
          <a:p>
            <a:fld id="{8725687D-C4BB-4170-8738-C54F5060FC5B}" type="slidenum">
              <a:rPr lang="en-IN" smtClean="0"/>
              <a:pPr/>
              <a:t>‹#›</a:t>
            </a:fld>
            <a:endParaRPr lang="en-IN"/>
          </a:p>
        </p:txBody>
      </p:sp>
      <p:sp>
        <p:nvSpPr>
          <p:cNvPr id="8" name="Content Placeholder 14">
            <a:extLst>
              <a:ext uri="{FF2B5EF4-FFF2-40B4-BE49-F238E27FC236}">
                <a16:creationId xmlns:a16="http://schemas.microsoft.com/office/drawing/2014/main" id="{30E40965-1BC6-663C-E865-D152E866D659}"/>
              </a:ext>
            </a:extLst>
          </p:cNvPr>
          <p:cNvSpPr>
            <a:spLocks noGrp="1"/>
          </p:cNvSpPr>
          <p:nvPr>
            <p:ph sz="quarter" idx="15"/>
          </p:nvPr>
        </p:nvSpPr>
        <p:spPr>
          <a:xfrm>
            <a:off x="793489" y="280289"/>
            <a:ext cx="7557025" cy="451686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dirty="0"/>
            </a:lvl1pPr>
            <a:lvl2pPr>
              <a:defRPr lang="en-US" dirty="0"/>
            </a:lvl2pPr>
            <a:lvl3pPr>
              <a:defRPr lang="en-US" dirty="0"/>
            </a:lvl3pPr>
            <a:lvl4pPr>
              <a:defRPr lang="en-US" dirty="0"/>
            </a:lvl4pPr>
            <a:lvl5pPr>
              <a:defRPr lang="en-IN" dirty="0"/>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3597" defTabSz="672704">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
        <p:nvSpPr>
          <p:cNvPr id="3" name="Date Placeholder 4">
            <a:extLst>
              <a:ext uri="{FF2B5EF4-FFF2-40B4-BE49-F238E27FC236}">
                <a16:creationId xmlns:a16="http://schemas.microsoft.com/office/drawing/2014/main" id="{67A23D82-8F04-EB2D-9C7E-C97F1A4856E8}"/>
              </a:ext>
            </a:extLst>
          </p:cNvPr>
          <p:cNvSpPr>
            <a:spLocks noGrp="1"/>
          </p:cNvSpPr>
          <p:nvPr>
            <p:ph type="dt" sz="half" idx="10"/>
          </p:nvPr>
        </p:nvSpPr>
        <p:spPr>
          <a:xfrm>
            <a:off x="457200" y="6165306"/>
            <a:ext cx="2133600" cy="365125"/>
          </a:xfrm>
          <a:prstGeom prst="rect">
            <a:avLst/>
          </a:prstGeom>
        </p:spPr>
        <p:txBody>
          <a:bodyPr/>
          <a:lstStyle/>
          <a:p>
            <a:endParaRPr lang="en-IN"/>
          </a:p>
        </p:txBody>
      </p:sp>
      <p:sp>
        <p:nvSpPr>
          <p:cNvPr id="9" name="Footer Placeholder 5">
            <a:extLst>
              <a:ext uri="{FF2B5EF4-FFF2-40B4-BE49-F238E27FC236}">
                <a16:creationId xmlns:a16="http://schemas.microsoft.com/office/drawing/2014/main" id="{1948D706-DBC6-9153-6EB2-B091682758BE}"/>
              </a:ext>
            </a:extLst>
          </p:cNvPr>
          <p:cNvSpPr>
            <a:spLocks noGrp="1"/>
          </p:cNvSpPr>
          <p:nvPr>
            <p:ph type="ftr" sz="quarter" idx="11"/>
          </p:nvPr>
        </p:nvSpPr>
        <p:spPr>
          <a:xfrm>
            <a:off x="3124200" y="6165306"/>
            <a:ext cx="2895600" cy="365125"/>
          </a:xfrm>
          <a:prstGeom prst="rect">
            <a:avLst/>
          </a:prstGeom>
        </p:spPr>
        <p:txBody>
          <a:bodyPr/>
          <a:lstStyle/>
          <a:p>
            <a:endParaRPr lang="en-IN" dirty="0"/>
          </a:p>
        </p:txBody>
      </p:sp>
    </p:spTree>
    <p:extLst>
      <p:ext uri="{BB962C8B-B14F-4D97-AF65-F5344CB8AC3E}">
        <p14:creationId xmlns:p14="http://schemas.microsoft.com/office/powerpoint/2010/main" val="872296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Title 1"/>
          <p:cNvSpPr>
            <a:spLocks noGrp="1"/>
          </p:cNvSpPr>
          <p:nvPr>
            <p:ph type="title"/>
          </p:nvPr>
        </p:nvSpPr>
        <p:spPr>
          <a:xfrm>
            <a:off x="467545" y="260648"/>
            <a:ext cx="6885903" cy="706090"/>
          </a:xfrm>
        </p:spPr>
        <p:txBody>
          <a:bodyPr/>
          <a:lstStyle>
            <a:lvl1pPr>
              <a:defRPr>
                <a:solidFill>
                  <a:srgbClr val="C00000"/>
                </a:solidFill>
              </a:defRPr>
            </a:lvl1pPr>
          </a:lstStyle>
          <a:p>
            <a:r>
              <a:rPr lang="en-US" dirty="0"/>
              <a:t>Click to edit Master title style</a:t>
            </a:r>
            <a:endParaRPr lang="en-IN" dirty="0"/>
          </a:p>
        </p:txBody>
      </p:sp>
      <p:sp>
        <p:nvSpPr>
          <p:cNvPr id="13" name="Content Placeholder 17"/>
          <p:cNvSpPr>
            <a:spLocks noGrp="1"/>
          </p:cNvSpPr>
          <p:nvPr>
            <p:ph sz="quarter" idx="15"/>
          </p:nvPr>
        </p:nvSpPr>
        <p:spPr>
          <a:xfrm>
            <a:off x="4644008" y="1186004"/>
            <a:ext cx="3960813" cy="4682984"/>
          </a:xfrm>
        </p:spPr>
        <p:txBody>
          <a:bodyPr/>
          <a:lstStyle>
            <a:lvl1pPr marL="203597" indent="-203597">
              <a:spcBef>
                <a:spcPts val="0"/>
              </a:spcBef>
              <a:spcAft>
                <a:spcPts val="450"/>
              </a:spcAft>
              <a:defRPr/>
            </a:lvl1pPr>
            <a:lvl2pPr marL="400050" indent="-196454">
              <a:spcBef>
                <a:spcPts val="0"/>
              </a:spcBef>
              <a:spcAft>
                <a:spcPts val="450"/>
              </a:spcAft>
              <a:defRPr/>
            </a:lvl2pPr>
            <a:lvl3pPr marL="604838" indent="-204788">
              <a:spcBef>
                <a:spcPts val="0"/>
              </a:spcBef>
              <a:spcAft>
                <a:spcPts val="450"/>
              </a:spcAft>
              <a:defRPr/>
            </a:lvl3pPr>
            <a:lvl4pPr marL="808435" indent="-203597">
              <a:spcBef>
                <a:spcPts val="0"/>
              </a:spcBef>
              <a:spcAft>
                <a:spcPts val="450"/>
              </a:spcAft>
              <a:defRPr/>
            </a:lvl4pPr>
            <a:lvl5pPr marL="1012031" indent="-203597">
              <a:spcBef>
                <a:spcPts val="0"/>
              </a:spcBef>
              <a:spcAft>
                <a:spcPts val="45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4" name="Content Placeholder 17"/>
          <p:cNvSpPr>
            <a:spLocks noGrp="1"/>
          </p:cNvSpPr>
          <p:nvPr>
            <p:ph sz="quarter" idx="13"/>
          </p:nvPr>
        </p:nvSpPr>
        <p:spPr>
          <a:xfrm>
            <a:off x="539180" y="1186004"/>
            <a:ext cx="3960813" cy="468298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dirty="0"/>
            </a:lvl1pPr>
            <a:lvl2pPr>
              <a:defRPr lang="en-US" dirty="0"/>
            </a:lvl2pPr>
            <a:lvl3pPr>
              <a:defRPr lang="en-US" dirty="0"/>
            </a:lvl3pPr>
            <a:lvl4pPr>
              <a:defRPr lang="en-US" dirty="0"/>
            </a:lvl4pPr>
            <a:lvl5pPr>
              <a:defRPr lang="en-IN" dirty="0"/>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3597" defTabSz="672704">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
        <p:nvSpPr>
          <p:cNvPr id="8" name="Slide Number Placeholder 6">
            <a:extLst>
              <a:ext uri="{FF2B5EF4-FFF2-40B4-BE49-F238E27FC236}">
                <a16:creationId xmlns:a16="http://schemas.microsoft.com/office/drawing/2014/main" id="{3849B33B-081C-439F-9F1A-97E4D57D0A54}"/>
              </a:ext>
            </a:extLst>
          </p:cNvPr>
          <p:cNvSpPr>
            <a:spLocks noGrp="1"/>
          </p:cNvSpPr>
          <p:nvPr>
            <p:ph type="sldNum" sz="quarter" idx="18"/>
          </p:nvPr>
        </p:nvSpPr>
        <p:spPr/>
        <p:txBody>
          <a:bodyPr/>
          <a:lstStyle>
            <a:lvl1pPr>
              <a:defRPr/>
            </a:lvl1pPr>
          </a:lstStyle>
          <a:p>
            <a:fld id="{8725687D-C4BB-4170-8738-C54F5060FC5B}" type="slidenum">
              <a:rPr lang="en-IN" smtClean="0"/>
              <a:pPr/>
              <a:t>‹#›</a:t>
            </a:fld>
            <a:endParaRPr lang="en-IN"/>
          </a:p>
        </p:txBody>
      </p:sp>
      <p:sp>
        <p:nvSpPr>
          <p:cNvPr id="2" name="Date Placeholder 4">
            <a:extLst>
              <a:ext uri="{FF2B5EF4-FFF2-40B4-BE49-F238E27FC236}">
                <a16:creationId xmlns:a16="http://schemas.microsoft.com/office/drawing/2014/main" id="{2FAC7B49-BB48-AA48-5FA8-8D0FAE4613B1}"/>
              </a:ext>
            </a:extLst>
          </p:cNvPr>
          <p:cNvSpPr>
            <a:spLocks noGrp="1"/>
          </p:cNvSpPr>
          <p:nvPr>
            <p:ph type="dt" sz="half" idx="10"/>
          </p:nvPr>
        </p:nvSpPr>
        <p:spPr>
          <a:xfrm>
            <a:off x="457200" y="6165306"/>
            <a:ext cx="2133600" cy="365125"/>
          </a:xfrm>
          <a:prstGeom prst="rect">
            <a:avLst/>
          </a:prstGeom>
        </p:spPr>
        <p:txBody>
          <a:bodyPr/>
          <a:lstStyle/>
          <a:p>
            <a:endParaRPr lang="en-IN"/>
          </a:p>
        </p:txBody>
      </p:sp>
      <p:sp>
        <p:nvSpPr>
          <p:cNvPr id="3" name="Footer Placeholder 5">
            <a:extLst>
              <a:ext uri="{FF2B5EF4-FFF2-40B4-BE49-F238E27FC236}">
                <a16:creationId xmlns:a16="http://schemas.microsoft.com/office/drawing/2014/main" id="{DD3D4932-B24D-52C2-A85B-5CFDA8039A56}"/>
              </a:ext>
            </a:extLst>
          </p:cNvPr>
          <p:cNvSpPr>
            <a:spLocks noGrp="1"/>
          </p:cNvSpPr>
          <p:nvPr>
            <p:ph type="ftr" sz="quarter" idx="11"/>
          </p:nvPr>
        </p:nvSpPr>
        <p:spPr>
          <a:xfrm>
            <a:off x="3124200" y="6165306"/>
            <a:ext cx="2895600" cy="365125"/>
          </a:xfrm>
          <a:prstGeom prst="rect">
            <a:avLst/>
          </a:prstGeom>
        </p:spPr>
        <p:txBody>
          <a:bodyPr/>
          <a:lstStyle/>
          <a:p>
            <a:endParaRPr lang="en-IN" dirty="0"/>
          </a:p>
        </p:txBody>
      </p:sp>
    </p:spTree>
    <p:extLst>
      <p:ext uri="{BB962C8B-B14F-4D97-AF65-F5344CB8AC3E}">
        <p14:creationId xmlns:p14="http://schemas.microsoft.com/office/powerpoint/2010/main" val="20286951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BAA5DA8-80C3-4747-960E-0782503BD404}"/>
              </a:ext>
            </a:extLst>
          </p:cNvPr>
          <p:cNvSpPr/>
          <p:nvPr/>
        </p:nvSpPr>
        <p:spPr>
          <a:xfrm>
            <a:off x="323529" y="260737"/>
            <a:ext cx="7146482" cy="714380"/>
          </a:xfrm>
          <a:prstGeom prst="rect">
            <a:avLst/>
          </a:prstGeom>
          <a:solidFill>
            <a:srgbClr val="C00000"/>
          </a:solidFill>
          <a:ln>
            <a:no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11" name="Title 1"/>
          <p:cNvSpPr>
            <a:spLocks noGrp="1"/>
          </p:cNvSpPr>
          <p:nvPr>
            <p:ph type="title"/>
          </p:nvPr>
        </p:nvSpPr>
        <p:spPr>
          <a:xfrm>
            <a:off x="422401" y="260648"/>
            <a:ext cx="6885903" cy="706090"/>
          </a:xfrm>
        </p:spPr>
        <p:txBody>
          <a:bodyPr/>
          <a:lstStyle>
            <a:lvl1pPr>
              <a:defRPr>
                <a:solidFill>
                  <a:schemeClr val="bg1"/>
                </a:solidFill>
              </a:defRPr>
            </a:lvl1pPr>
          </a:lstStyle>
          <a:p>
            <a:r>
              <a:rPr lang="en-US" dirty="0"/>
              <a:t>Click to edit Master title style</a:t>
            </a:r>
            <a:endParaRPr lang="en-IN" dirty="0"/>
          </a:p>
        </p:txBody>
      </p:sp>
      <p:sp>
        <p:nvSpPr>
          <p:cNvPr id="14" name="Content Placeholder 17"/>
          <p:cNvSpPr>
            <a:spLocks noGrp="1"/>
          </p:cNvSpPr>
          <p:nvPr>
            <p:ph sz="quarter" idx="13"/>
          </p:nvPr>
        </p:nvSpPr>
        <p:spPr>
          <a:xfrm>
            <a:off x="793487" y="1186004"/>
            <a:ext cx="7560000" cy="4680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dirty="0"/>
            </a:lvl1pPr>
            <a:lvl2pPr>
              <a:defRPr lang="en-US" dirty="0"/>
            </a:lvl2pPr>
            <a:lvl3pPr>
              <a:defRPr lang="en-US" dirty="0"/>
            </a:lvl3pPr>
            <a:lvl4pPr>
              <a:defRPr lang="en-US" dirty="0"/>
            </a:lvl4pPr>
            <a:lvl5pPr>
              <a:defRPr lang="en-IN" dirty="0"/>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3597" defTabSz="672704">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
        <p:nvSpPr>
          <p:cNvPr id="8" name="Slide Number Placeholder 6">
            <a:extLst>
              <a:ext uri="{FF2B5EF4-FFF2-40B4-BE49-F238E27FC236}">
                <a16:creationId xmlns:a16="http://schemas.microsoft.com/office/drawing/2014/main" id="{3849B33B-081C-439F-9F1A-97E4D57D0A54}"/>
              </a:ext>
            </a:extLst>
          </p:cNvPr>
          <p:cNvSpPr>
            <a:spLocks noGrp="1"/>
          </p:cNvSpPr>
          <p:nvPr>
            <p:ph type="sldNum" sz="quarter" idx="18"/>
          </p:nvPr>
        </p:nvSpPr>
        <p:spPr/>
        <p:txBody>
          <a:bodyPr/>
          <a:lstStyle>
            <a:lvl1pPr>
              <a:defRPr/>
            </a:lvl1pPr>
          </a:lstStyle>
          <a:p>
            <a:fld id="{8725687D-C4BB-4170-8738-C54F5060FC5B}" type="slidenum">
              <a:rPr lang="en-IN" smtClean="0"/>
              <a:pPr/>
              <a:t>‹#›</a:t>
            </a:fld>
            <a:endParaRPr lang="en-IN"/>
          </a:p>
        </p:txBody>
      </p:sp>
      <p:sp>
        <p:nvSpPr>
          <p:cNvPr id="2" name="Date Placeholder 4">
            <a:extLst>
              <a:ext uri="{FF2B5EF4-FFF2-40B4-BE49-F238E27FC236}">
                <a16:creationId xmlns:a16="http://schemas.microsoft.com/office/drawing/2014/main" id="{2FAC7B49-BB48-AA48-5FA8-8D0FAE4613B1}"/>
              </a:ext>
            </a:extLst>
          </p:cNvPr>
          <p:cNvSpPr>
            <a:spLocks noGrp="1"/>
          </p:cNvSpPr>
          <p:nvPr>
            <p:ph type="dt" sz="half" idx="10"/>
          </p:nvPr>
        </p:nvSpPr>
        <p:spPr>
          <a:xfrm>
            <a:off x="457200" y="6165306"/>
            <a:ext cx="2133600" cy="365125"/>
          </a:xfrm>
          <a:prstGeom prst="rect">
            <a:avLst/>
          </a:prstGeom>
        </p:spPr>
        <p:txBody>
          <a:bodyPr/>
          <a:lstStyle/>
          <a:p>
            <a:endParaRPr lang="en-IN"/>
          </a:p>
        </p:txBody>
      </p:sp>
      <p:sp>
        <p:nvSpPr>
          <p:cNvPr id="3" name="Footer Placeholder 5">
            <a:extLst>
              <a:ext uri="{FF2B5EF4-FFF2-40B4-BE49-F238E27FC236}">
                <a16:creationId xmlns:a16="http://schemas.microsoft.com/office/drawing/2014/main" id="{DD3D4932-B24D-52C2-A85B-5CFDA8039A56}"/>
              </a:ext>
            </a:extLst>
          </p:cNvPr>
          <p:cNvSpPr>
            <a:spLocks noGrp="1"/>
          </p:cNvSpPr>
          <p:nvPr>
            <p:ph type="ftr" sz="quarter" idx="11"/>
          </p:nvPr>
        </p:nvSpPr>
        <p:spPr>
          <a:xfrm>
            <a:off x="3124200" y="6165306"/>
            <a:ext cx="2895600" cy="365125"/>
          </a:xfrm>
          <a:prstGeom prst="rect">
            <a:avLst/>
          </a:prstGeom>
        </p:spPr>
        <p:txBody>
          <a:bodyPr/>
          <a:lstStyle/>
          <a:p>
            <a:endParaRPr lang="en-IN" dirty="0"/>
          </a:p>
        </p:txBody>
      </p:sp>
    </p:spTree>
    <p:extLst>
      <p:ext uri="{BB962C8B-B14F-4D97-AF65-F5344CB8AC3E}">
        <p14:creationId xmlns:p14="http://schemas.microsoft.com/office/powerpoint/2010/main" val="41331822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6EB9C35-4E26-FC0D-3110-71FB7D797FFE}"/>
              </a:ext>
            </a:extLst>
          </p:cNvPr>
          <p:cNvSpPr/>
          <p:nvPr userDrawn="1"/>
        </p:nvSpPr>
        <p:spPr>
          <a:xfrm>
            <a:off x="4774728" y="1705075"/>
            <a:ext cx="3960000" cy="4460231"/>
          </a:xfrm>
          <a:prstGeom prst="roundRect">
            <a:avLst>
              <a:gd name="adj" fmla="val 723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D234B806-4F9A-7EA6-9D23-39194FC849CD}"/>
              </a:ext>
            </a:extLst>
          </p:cNvPr>
          <p:cNvSpPr/>
          <p:nvPr userDrawn="1"/>
        </p:nvSpPr>
        <p:spPr>
          <a:xfrm>
            <a:off x="421376" y="1705075"/>
            <a:ext cx="3960000" cy="4460231"/>
          </a:xfrm>
          <a:prstGeom prst="roundRect">
            <a:avLst>
              <a:gd name="adj" fmla="val 723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 name="Picture 11" descr="A picture containing text, sign&#10;&#10;Description automatically generated">
            <a:extLst>
              <a:ext uri="{FF2B5EF4-FFF2-40B4-BE49-F238E27FC236}">
                <a16:creationId xmlns:a16="http://schemas.microsoft.com/office/drawing/2014/main" id="{CFB4EC3E-45CA-6D99-4CA7-B484225FF114}"/>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855553" y="971236"/>
            <a:ext cx="1445000" cy="1156000"/>
          </a:xfrm>
          <a:prstGeom prst="rect">
            <a:avLst/>
          </a:prstGeom>
        </p:spPr>
      </p:pic>
      <p:sp>
        <p:nvSpPr>
          <p:cNvPr id="10" name="object 2">
            <a:extLst>
              <a:ext uri="{FF2B5EF4-FFF2-40B4-BE49-F238E27FC236}">
                <a16:creationId xmlns:a16="http://schemas.microsoft.com/office/drawing/2014/main" id="{09DD2A82-F318-4709-BAEA-467657E32B47}"/>
              </a:ext>
            </a:extLst>
          </p:cNvPr>
          <p:cNvSpPr>
            <a:spLocks noChangeArrowheads="1"/>
          </p:cNvSpPr>
          <p:nvPr/>
        </p:nvSpPr>
        <p:spPr bwMode="auto">
          <a:xfrm>
            <a:off x="4133850" y="5343525"/>
            <a:ext cx="889000" cy="890588"/>
          </a:xfrm>
          <a:prstGeom prst="rect">
            <a:avLst/>
          </a:prstGeom>
          <a:blipFill dpi="0" rotWithShape="1">
            <a:blip r:embed="rId4">
              <a:extLst>
                <a:ext uri="{BEBA8EAE-BF5A-486C-A8C5-ECC9F3942E4B}">
                  <a14:imgProps xmlns:a14="http://schemas.microsoft.com/office/drawing/2010/main">
                    <a14:imgLayer r:embed="rId5">
                      <a14:imgEffect>
                        <a14:saturation sat="400000"/>
                      </a14:imgEffect>
                      <a14:imgEffect>
                        <a14:brightnessContrast contrast="-40000"/>
                      </a14:imgEffect>
                    </a14:imgLayer>
                  </a14:imgProps>
                </a:ext>
              </a:extLst>
            </a:blip>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endParaRPr lang="en-US" altLang="en-US" dirty="0"/>
          </a:p>
        </p:txBody>
      </p:sp>
      <p:sp>
        <p:nvSpPr>
          <p:cNvPr id="3" name="Text Placeholder 2"/>
          <p:cNvSpPr>
            <a:spLocks noGrp="1"/>
          </p:cNvSpPr>
          <p:nvPr>
            <p:ph type="body" idx="1"/>
          </p:nvPr>
        </p:nvSpPr>
        <p:spPr>
          <a:xfrm>
            <a:off x="283410" y="1052736"/>
            <a:ext cx="3672898" cy="639762"/>
          </a:xfrm>
        </p:spPr>
        <p:txBody>
          <a:bodyPr anchor="b"/>
          <a:lstStyle>
            <a:lvl1pPr marL="0" indent="0" algn="r">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5" name="Text Placeholder 4"/>
          <p:cNvSpPr>
            <a:spLocks noGrp="1"/>
          </p:cNvSpPr>
          <p:nvPr>
            <p:ph type="body" sz="quarter" idx="3"/>
          </p:nvPr>
        </p:nvSpPr>
        <p:spPr>
          <a:xfrm>
            <a:off x="5106431" y="1052736"/>
            <a:ext cx="3674341" cy="639762"/>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8" name="Content Placeholder 17"/>
          <p:cNvSpPr>
            <a:spLocks noGrp="1"/>
          </p:cNvSpPr>
          <p:nvPr>
            <p:ph sz="quarter" idx="13"/>
          </p:nvPr>
        </p:nvSpPr>
        <p:spPr>
          <a:xfrm>
            <a:off x="457201" y="1919288"/>
            <a:ext cx="3960813" cy="3949700"/>
          </a:xfrm>
        </p:spPr>
        <p:txBody>
          <a:bodyPr/>
          <a:lstStyle>
            <a:lvl1pPr marL="203597" indent="-203597">
              <a:defRPr>
                <a:solidFill>
                  <a:schemeClr val="tx1"/>
                </a:solidFill>
              </a:defRPr>
            </a:lvl1pPr>
            <a:lvl2pPr marL="400050" indent="-196454">
              <a:defRPr>
                <a:solidFill>
                  <a:schemeClr val="tx1"/>
                </a:solidFill>
              </a:defRPr>
            </a:lvl2pPr>
            <a:lvl3pPr marL="604838" indent="-204788">
              <a:defRPr>
                <a:solidFill>
                  <a:schemeClr val="tx1"/>
                </a:solidFill>
              </a:defRPr>
            </a:lvl3pPr>
            <a:lvl4pPr marL="808435" indent="-203597">
              <a:defRPr>
                <a:solidFill>
                  <a:schemeClr val="tx1"/>
                </a:solidFill>
              </a:defRPr>
            </a:lvl4pPr>
            <a:lvl5pPr marL="1012031" indent="-203597">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Content Placeholder 17"/>
          <p:cNvSpPr>
            <a:spLocks noGrp="1"/>
          </p:cNvSpPr>
          <p:nvPr>
            <p:ph sz="quarter" idx="14"/>
          </p:nvPr>
        </p:nvSpPr>
        <p:spPr>
          <a:xfrm>
            <a:off x="4742885" y="1919288"/>
            <a:ext cx="3960813" cy="3949700"/>
          </a:xfrm>
        </p:spPr>
        <p:txBody>
          <a:bodyPr/>
          <a:lstStyle>
            <a:lvl1pPr marL="203597" indent="-203597">
              <a:defRPr>
                <a:solidFill>
                  <a:schemeClr val="tx1"/>
                </a:solidFill>
              </a:defRPr>
            </a:lvl1pPr>
            <a:lvl2pPr marL="400050" indent="-196454">
              <a:defRPr>
                <a:solidFill>
                  <a:schemeClr val="tx1"/>
                </a:solidFill>
              </a:defRPr>
            </a:lvl2pPr>
            <a:lvl3pPr marL="604838" indent="-204788">
              <a:defRPr>
                <a:solidFill>
                  <a:schemeClr val="tx1"/>
                </a:solidFill>
              </a:defRPr>
            </a:lvl3pPr>
            <a:lvl4pPr marL="808435" indent="-203597">
              <a:defRPr>
                <a:solidFill>
                  <a:schemeClr val="tx1"/>
                </a:solidFill>
              </a:defRPr>
            </a:lvl4pPr>
            <a:lvl5pPr marL="1012031" indent="-203597">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4" name="Slide Number Placeholder 8">
            <a:extLst>
              <a:ext uri="{FF2B5EF4-FFF2-40B4-BE49-F238E27FC236}">
                <a16:creationId xmlns:a16="http://schemas.microsoft.com/office/drawing/2014/main" id="{0BA6B086-B182-4D6A-9AFE-2882EB2A037A}"/>
              </a:ext>
            </a:extLst>
          </p:cNvPr>
          <p:cNvSpPr>
            <a:spLocks noGrp="1"/>
          </p:cNvSpPr>
          <p:nvPr>
            <p:ph type="sldNum" sz="quarter" idx="17"/>
          </p:nvPr>
        </p:nvSpPr>
        <p:spPr/>
        <p:txBody>
          <a:bodyPr/>
          <a:lstStyle>
            <a:lvl1pPr>
              <a:defRPr/>
            </a:lvl1pPr>
          </a:lstStyle>
          <a:p>
            <a:fld id="{8725687D-C4BB-4170-8738-C54F5060FC5B}" type="slidenum">
              <a:rPr lang="en-IN" smtClean="0"/>
              <a:pPr/>
              <a:t>‹#›</a:t>
            </a:fld>
            <a:endParaRPr lang="en-IN"/>
          </a:p>
        </p:txBody>
      </p:sp>
      <p:sp>
        <p:nvSpPr>
          <p:cNvPr id="4" name="Date Placeholder 4">
            <a:extLst>
              <a:ext uri="{FF2B5EF4-FFF2-40B4-BE49-F238E27FC236}">
                <a16:creationId xmlns:a16="http://schemas.microsoft.com/office/drawing/2014/main" id="{57C9D547-7D56-5C57-E4F5-A49B02838853}"/>
              </a:ext>
            </a:extLst>
          </p:cNvPr>
          <p:cNvSpPr>
            <a:spLocks noGrp="1"/>
          </p:cNvSpPr>
          <p:nvPr>
            <p:ph type="dt" sz="half" idx="10"/>
          </p:nvPr>
        </p:nvSpPr>
        <p:spPr>
          <a:xfrm>
            <a:off x="457200" y="6165306"/>
            <a:ext cx="2133600" cy="365125"/>
          </a:xfrm>
          <a:prstGeom prst="rect">
            <a:avLst/>
          </a:prstGeom>
        </p:spPr>
        <p:txBody>
          <a:bodyPr/>
          <a:lstStyle/>
          <a:p>
            <a:endParaRPr lang="en-IN"/>
          </a:p>
        </p:txBody>
      </p:sp>
      <p:sp>
        <p:nvSpPr>
          <p:cNvPr id="6" name="Footer Placeholder 5">
            <a:extLst>
              <a:ext uri="{FF2B5EF4-FFF2-40B4-BE49-F238E27FC236}">
                <a16:creationId xmlns:a16="http://schemas.microsoft.com/office/drawing/2014/main" id="{1A3252B0-A0A3-4FBD-3210-2054A86F2543}"/>
              </a:ext>
            </a:extLst>
          </p:cNvPr>
          <p:cNvSpPr>
            <a:spLocks noGrp="1"/>
          </p:cNvSpPr>
          <p:nvPr>
            <p:ph type="ftr" sz="quarter" idx="11"/>
          </p:nvPr>
        </p:nvSpPr>
        <p:spPr>
          <a:xfrm>
            <a:off x="3124200" y="6165306"/>
            <a:ext cx="2895600" cy="365125"/>
          </a:xfrm>
          <a:prstGeom prst="rect">
            <a:avLst/>
          </a:prstGeom>
        </p:spPr>
        <p:txBody>
          <a:bodyPr/>
          <a:lstStyle/>
          <a:p>
            <a:endParaRPr lang="en-IN" dirty="0"/>
          </a:p>
        </p:txBody>
      </p:sp>
      <p:sp>
        <p:nvSpPr>
          <p:cNvPr id="15" name="Title 1">
            <a:extLst>
              <a:ext uri="{FF2B5EF4-FFF2-40B4-BE49-F238E27FC236}">
                <a16:creationId xmlns:a16="http://schemas.microsoft.com/office/drawing/2014/main" id="{B2C3064F-E5DA-A779-402D-F6EE2A83DC48}"/>
              </a:ext>
            </a:extLst>
          </p:cNvPr>
          <p:cNvSpPr>
            <a:spLocks noGrp="1"/>
          </p:cNvSpPr>
          <p:nvPr>
            <p:ph type="title"/>
          </p:nvPr>
        </p:nvSpPr>
        <p:spPr>
          <a:xfrm>
            <a:off x="420745" y="332658"/>
            <a:ext cx="6954791" cy="706437"/>
          </a:xfrm>
        </p:spPr>
        <p:txBody>
          <a:bodyPr/>
          <a:lstStyle>
            <a:lvl1pPr>
              <a:defRPr sz="1800"/>
            </a:lvl1pPr>
          </a:lstStyle>
          <a:p>
            <a:r>
              <a:rPr lang="en-US" dirty="0"/>
              <a:t>Click to edit Master title style</a:t>
            </a:r>
            <a:endParaRPr lang="en-IN" dirty="0"/>
          </a:p>
        </p:txBody>
      </p:sp>
    </p:spTree>
    <p:extLst>
      <p:ext uri="{BB962C8B-B14F-4D97-AF65-F5344CB8AC3E}">
        <p14:creationId xmlns:p14="http://schemas.microsoft.com/office/powerpoint/2010/main" val="980362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ECD2732-1735-4792-B403-0B84B1868B06}"/>
              </a:ext>
            </a:extLst>
          </p:cNvPr>
          <p:cNvSpPr/>
          <p:nvPr/>
        </p:nvSpPr>
        <p:spPr>
          <a:xfrm>
            <a:off x="314474" y="244334"/>
            <a:ext cx="2962125" cy="6355642"/>
          </a:xfrm>
          <a:custGeom>
            <a:avLst/>
            <a:gdLst>
              <a:gd name="connsiteX0" fmla="*/ 0 w 2953072"/>
              <a:gd name="connsiteY0" fmla="*/ 0 h 6336704"/>
              <a:gd name="connsiteX1" fmla="*/ 2953072 w 2953072"/>
              <a:gd name="connsiteY1" fmla="*/ 0 h 6336704"/>
              <a:gd name="connsiteX2" fmla="*/ 2953072 w 2953072"/>
              <a:gd name="connsiteY2" fmla="*/ 6336704 h 6336704"/>
              <a:gd name="connsiteX3" fmla="*/ 0 w 2953072"/>
              <a:gd name="connsiteY3" fmla="*/ 6336704 h 6336704"/>
              <a:gd name="connsiteX4" fmla="*/ 0 w 2953072"/>
              <a:gd name="connsiteY4" fmla="*/ 0 h 6336704"/>
              <a:gd name="connsiteX0" fmla="*/ 0 w 2953072"/>
              <a:gd name="connsiteY0" fmla="*/ 0 h 6336704"/>
              <a:gd name="connsiteX1" fmla="*/ 2953072 w 2953072"/>
              <a:gd name="connsiteY1" fmla="*/ 0 h 6336704"/>
              <a:gd name="connsiteX2" fmla="*/ 2953072 w 2953072"/>
              <a:gd name="connsiteY2" fmla="*/ 6336704 h 6336704"/>
              <a:gd name="connsiteX3" fmla="*/ 0 w 2953072"/>
              <a:gd name="connsiteY3" fmla="*/ 6336704 h 6336704"/>
              <a:gd name="connsiteX4" fmla="*/ 0 w 2953072"/>
              <a:gd name="connsiteY4" fmla="*/ 0 h 6336704"/>
              <a:gd name="connsiteX0" fmla="*/ 0 w 2953072"/>
              <a:gd name="connsiteY0" fmla="*/ 16204 h 6352908"/>
              <a:gd name="connsiteX1" fmla="*/ 255894 w 2953072"/>
              <a:gd name="connsiteY1" fmla="*/ 0 h 6352908"/>
              <a:gd name="connsiteX2" fmla="*/ 2953072 w 2953072"/>
              <a:gd name="connsiteY2" fmla="*/ 16204 h 6352908"/>
              <a:gd name="connsiteX3" fmla="*/ 2953072 w 2953072"/>
              <a:gd name="connsiteY3" fmla="*/ 6352908 h 6352908"/>
              <a:gd name="connsiteX4" fmla="*/ 0 w 2953072"/>
              <a:gd name="connsiteY4" fmla="*/ 6352908 h 6352908"/>
              <a:gd name="connsiteX5" fmla="*/ 0 w 2953072"/>
              <a:gd name="connsiteY5" fmla="*/ 16204 h 6352908"/>
              <a:gd name="connsiteX0" fmla="*/ 0 w 2953072"/>
              <a:gd name="connsiteY0" fmla="*/ 233488 h 6352908"/>
              <a:gd name="connsiteX1" fmla="*/ 255894 w 2953072"/>
              <a:gd name="connsiteY1" fmla="*/ 0 h 6352908"/>
              <a:gd name="connsiteX2" fmla="*/ 2953072 w 2953072"/>
              <a:gd name="connsiteY2" fmla="*/ 16204 h 6352908"/>
              <a:gd name="connsiteX3" fmla="*/ 2953072 w 2953072"/>
              <a:gd name="connsiteY3" fmla="*/ 6352908 h 6352908"/>
              <a:gd name="connsiteX4" fmla="*/ 0 w 2953072"/>
              <a:gd name="connsiteY4" fmla="*/ 6352908 h 6352908"/>
              <a:gd name="connsiteX5" fmla="*/ 0 w 2953072"/>
              <a:gd name="connsiteY5" fmla="*/ 233488 h 6352908"/>
              <a:gd name="connsiteX0" fmla="*/ 0 w 2953072"/>
              <a:gd name="connsiteY0" fmla="*/ 233488 h 6352908"/>
              <a:gd name="connsiteX1" fmla="*/ 255894 w 2953072"/>
              <a:gd name="connsiteY1" fmla="*/ 0 h 6352908"/>
              <a:gd name="connsiteX2" fmla="*/ 2953072 w 2953072"/>
              <a:gd name="connsiteY2" fmla="*/ 16204 h 6352908"/>
              <a:gd name="connsiteX3" fmla="*/ 2953072 w 2953072"/>
              <a:gd name="connsiteY3" fmla="*/ 6352908 h 6352908"/>
              <a:gd name="connsiteX4" fmla="*/ 0 w 2953072"/>
              <a:gd name="connsiteY4" fmla="*/ 6352908 h 6352908"/>
              <a:gd name="connsiteX5" fmla="*/ 0 w 2953072"/>
              <a:gd name="connsiteY5" fmla="*/ 233488 h 6352908"/>
              <a:gd name="connsiteX0" fmla="*/ 0 w 2953072"/>
              <a:gd name="connsiteY0" fmla="*/ 233588 h 6353008"/>
              <a:gd name="connsiteX1" fmla="*/ 255894 w 2953072"/>
              <a:gd name="connsiteY1" fmla="*/ 100 h 6353008"/>
              <a:gd name="connsiteX2" fmla="*/ 2953072 w 2953072"/>
              <a:gd name="connsiteY2" fmla="*/ 16304 h 6353008"/>
              <a:gd name="connsiteX3" fmla="*/ 2953072 w 2953072"/>
              <a:gd name="connsiteY3" fmla="*/ 6353008 h 6353008"/>
              <a:gd name="connsiteX4" fmla="*/ 0 w 2953072"/>
              <a:gd name="connsiteY4" fmla="*/ 6353008 h 6353008"/>
              <a:gd name="connsiteX5" fmla="*/ 0 w 2953072"/>
              <a:gd name="connsiteY5" fmla="*/ 233588 h 6353008"/>
              <a:gd name="connsiteX0" fmla="*/ 0 w 2953072"/>
              <a:gd name="connsiteY0" fmla="*/ 224545 h 6353018"/>
              <a:gd name="connsiteX1" fmla="*/ 255894 w 2953072"/>
              <a:gd name="connsiteY1" fmla="*/ 110 h 6353018"/>
              <a:gd name="connsiteX2" fmla="*/ 2953072 w 2953072"/>
              <a:gd name="connsiteY2" fmla="*/ 16314 h 6353018"/>
              <a:gd name="connsiteX3" fmla="*/ 2953072 w 2953072"/>
              <a:gd name="connsiteY3" fmla="*/ 6353018 h 6353018"/>
              <a:gd name="connsiteX4" fmla="*/ 0 w 2953072"/>
              <a:gd name="connsiteY4" fmla="*/ 6353018 h 6353018"/>
              <a:gd name="connsiteX5" fmla="*/ 0 w 2953072"/>
              <a:gd name="connsiteY5" fmla="*/ 224545 h 6353018"/>
              <a:gd name="connsiteX0" fmla="*/ 0 w 2953072"/>
              <a:gd name="connsiteY0" fmla="*/ 224545 h 6355642"/>
              <a:gd name="connsiteX1" fmla="*/ 255894 w 2953072"/>
              <a:gd name="connsiteY1" fmla="*/ 110 h 6355642"/>
              <a:gd name="connsiteX2" fmla="*/ 2953072 w 2953072"/>
              <a:gd name="connsiteY2" fmla="*/ 16314 h 6355642"/>
              <a:gd name="connsiteX3" fmla="*/ 2953072 w 2953072"/>
              <a:gd name="connsiteY3" fmla="*/ 6353018 h 6355642"/>
              <a:gd name="connsiteX4" fmla="*/ 192520 w 2953072"/>
              <a:gd name="connsiteY4" fmla="*/ 6355642 h 6355642"/>
              <a:gd name="connsiteX5" fmla="*/ 0 w 2953072"/>
              <a:gd name="connsiteY5" fmla="*/ 6353018 h 6355642"/>
              <a:gd name="connsiteX6" fmla="*/ 0 w 2953072"/>
              <a:gd name="connsiteY6" fmla="*/ 224545 h 6355642"/>
              <a:gd name="connsiteX0" fmla="*/ 9053 w 2962125"/>
              <a:gd name="connsiteY0" fmla="*/ 224545 h 6355642"/>
              <a:gd name="connsiteX1" fmla="*/ 264947 w 2962125"/>
              <a:gd name="connsiteY1" fmla="*/ 110 h 6355642"/>
              <a:gd name="connsiteX2" fmla="*/ 2962125 w 2962125"/>
              <a:gd name="connsiteY2" fmla="*/ 16314 h 6355642"/>
              <a:gd name="connsiteX3" fmla="*/ 2962125 w 2962125"/>
              <a:gd name="connsiteY3" fmla="*/ 6353018 h 6355642"/>
              <a:gd name="connsiteX4" fmla="*/ 201573 w 2962125"/>
              <a:gd name="connsiteY4" fmla="*/ 6355642 h 6355642"/>
              <a:gd name="connsiteX5" fmla="*/ 0 w 2962125"/>
              <a:gd name="connsiteY5" fmla="*/ 6126681 h 6355642"/>
              <a:gd name="connsiteX6" fmla="*/ 9053 w 2962125"/>
              <a:gd name="connsiteY6" fmla="*/ 224545 h 6355642"/>
              <a:gd name="connsiteX0" fmla="*/ 9053 w 2962125"/>
              <a:gd name="connsiteY0" fmla="*/ 224545 h 6355642"/>
              <a:gd name="connsiteX1" fmla="*/ 264947 w 2962125"/>
              <a:gd name="connsiteY1" fmla="*/ 110 h 6355642"/>
              <a:gd name="connsiteX2" fmla="*/ 2962125 w 2962125"/>
              <a:gd name="connsiteY2" fmla="*/ 16314 h 6355642"/>
              <a:gd name="connsiteX3" fmla="*/ 2962125 w 2962125"/>
              <a:gd name="connsiteY3" fmla="*/ 6353018 h 6355642"/>
              <a:gd name="connsiteX4" fmla="*/ 201573 w 2962125"/>
              <a:gd name="connsiteY4" fmla="*/ 6355642 h 6355642"/>
              <a:gd name="connsiteX5" fmla="*/ 0 w 2962125"/>
              <a:gd name="connsiteY5" fmla="*/ 6126681 h 6355642"/>
              <a:gd name="connsiteX6" fmla="*/ 9053 w 2962125"/>
              <a:gd name="connsiteY6" fmla="*/ 224545 h 6355642"/>
              <a:gd name="connsiteX0" fmla="*/ 9053 w 2962125"/>
              <a:gd name="connsiteY0" fmla="*/ 224545 h 6355642"/>
              <a:gd name="connsiteX1" fmla="*/ 264947 w 2962125"/>
              <a:gd name="connsiteY1" fmla="*/ 110 h 6355642"/>
              <a:gd name="connsiteX2" fmla="*/ 2962125 w 2962125"/>
              <a:gd name="connsiteY2" fmla="*/ 16314 h 6355642"/>
              <a:gd name="connsiteX3" fmla="*/ 2962125 w 2962125"/>
              <a:gd name="connsiteY3" fmla="*/ 6353018 h 6355642"/>
              <a:gd name="connsiteX4" fmla="*/ 201573 w 2962125"/>
              <a:gd name="connsiteY4" fmla="*/ 6355642 h 6355642"/>
              <a:gd name="connsiteX5" fmla="*/ 0 w 2962125"/>
              <a:gd name="connsiteY5" fmla="*/ 6126681 h 6355642"/>
              <a:gd name="connsiteX6" fmla="*/ 9053 w 2962125"/>
              <a:gd name="connsiteY6" fmla="*/ 224545 h 6355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2125" h="6355642">
                <a:moveTo>
                  <a:pt x="9053" y="224545"/>
                </a:moveTo>
                <a:cubicBezTo>
                  <a:pt x="21923" y="83342"/>
                  <a:pt x="134381" y="-3543"/>
                  <a:pt x="264947" y="110"/>
                </a:cubicBezTo>
                <a:lnTo>
                  <a:pt x="2962125" y="16314"/>
                </a:lnTo>
                <a:lnTo>
                  <a:pt x="2962125" y="6353018"/>
                </a:lnTo>
                <a:lnTo>
                  <a:pt x="201573" y="6355642"/>
                </a:lnTo>
                <a:cubicBezTo>
                  <a:pt x="107222" y="6351749"/>
                  <a:pt x="3816" y="6266376"/>
                  <a:pt x="0" y="6126681"/>
                </a:cubicBezTo>
                <a:cubicBezTo>
                  <a:pt x="3018" y="4159302"/>
                  <a:pt x="6035" y="2191924"/>
                  <a:pt x="9053" y="224545"/>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cxnSp>
        <p:nvCxnSpPr>
          <p:cNvPr id="6" name="Straight Connector 5">
            <a:extLst>
              <a:ext uri="{FF2B5EF4-FFF2-40B4-BE49-F238E27FC236}">
                <a16:creationId xmlns:a16="http://schemas.microsoft.com/office/drawing/2014/main" id="{14002154-6E5B-4125-89E6-A0315FB0FAA8}"/>
              </a:ext>
            </a:extLst>
          </p:cNvPr>
          <p:cNvCxnSpPr>
            <a:cxnSpLocks/>
          </p:cNvCxnSpPr>
          <p:nvPr/>
        </p:nvCxnSpPr>
        <p:spPr>
          <a:xfrm>
            <a:off x="3491880" y="554040"/>
            <a:ext cx="0" cy="5749925"/>
          </a:xfrm>
          <a:prstGeom prst="line">
            <a:avLst/>
          </a:prstGeom>
          <a:ln w="19050">
            <a:solidFill>
              <a:srgbClr val="D39F52"/>
            </a:solidFill>
          </a:ln>
        </p:spPr>
        <p:style>
          <a:lnRef idx="1">
            <a:schemeClr val="accent2"/>
          </a:lnRef>
          <a:fillRef idx="0">
            <a:schemeClr val="accent2"/>
          </a:fillRef>
          <a:effectRef idx="0">
            <a:schemeClr val="accent2"/>
          </a:effectRef>
          <a:fontRef idx="minor">
            <a:schemeClr val="tx1"/>
          </a:fontRef>
        </p:style>
      </p:cxnSp>
      <p:sp>
        <p:nvSpPr>
          <p:cNvPr id="2" name="Title 1"/>
          <p:cNvSpPr>
            <a:spLocks noGrp="1"/>
          </p:cNvSpPr>
          <p:nvPr>
            <p:ph type="title"/>
          </p:nvPr>
        </p:nvSpPr>
        <p:spPr>
          <a:xfrm>
            <a:off x="446337" y="1464974"/>
            <a:ext cx="2729029" cy="3928057"/>
          </a:xfrm>
        </p:spPr>
        <p:txBody>
          <a:bodyPr>
            <a:noAutofit/>
          </a:bodyPr>
          <a:lstStyle>
            <a:lvl1pPr algn="ctr">
              <a:defRPr sz="2100" b="1">
                <a:solidFill>
                  <a:srgbClr val="C00000"/>
                </a:solidFill>
                <a:latin typeface="+mn-lt"/>
              </a:defRPr>
            </a:lvl1pPr>
          </a:lstStyle>
          <a:p>
            <a:r>
              <a:rPr lang="en-US"/>
              <a:t>Click to edit Master title style</a:t>
            </a:r>
            <a:endParaRPr lang="en-IN"/>
          </a:p>
        </p:txBody>
      </p:sp>
      <p:sp>
        <p:nvSpPr>
          <p:cNvPr id="3" name="Content Placeholder 2"/>
          <p:cNvSpPr>
            <a:spLocks noGrp="1"/>
          </p:cNvSpPr>
          <p:nvPr>
            <p:ph idx="1"/>
          </p:nvPr>
        </p:nvSpPr>
        <p:spPr>
          <a:xfrm>
            <a:off x="3851925" y="2060850"/>
            <a:ext cx="4834876" cy="384929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US" dirty="0"/>
            </a:lvl1pPr>
            <a:lvl2pPr>
              <a:defRPr lang="en-US" dirty="0"/>
            </a:lvl2pPr>
            <a:lvl3pPr>
              <a:defRPr lang="en-US" dirty="0"/>
            </a:lvl3pPr>
            <a:lvl4pPr>
              <a:defRPr lang="en-US" dirty="0"/>
            </a:lvl4pPr>
            <a:lvl5pPr>
              <a:defRPr lang="en-IN" dirty="0"/>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3597" defTabSz="672704">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
        <p:nvSpPr>
          <p:cNvPr id="17" name="Text Placeholder 16"/>
          <p:cNvSpPr>
            <a:spLocks noGrp="1"/>
          </p:cNvSpPr>
          <p:nvPr>
            <p:ph type="body" sz="quarter" idx="13"/>
          </p:nvPr>
        </p:nvSpPr>
        <p:spPr>
          <a:xfrm>
            <a:off x="3851276" y="404666"/>
            <a:ext cx="3529037" cy="1428363"/>
          </a:xfrm>
        </p:spPr>
        <p:txBody>
          <a:bodyPr anchor="ctr">
            <a:noAutofit/>
          </a:bodyPr>
          <a:lstStyle>
            <a:lvl1pPr marL="0" indent="0">
              <a:buNone/>
              <a:defRPr sz="1500" b="1">
                <a:solidFill>
                  <a:srgbClr val="C00000"/>
                </a:solidFill>
              </a:defRPr>
            </a:lvl1pPr>
            <a:lvl2pPr>
              <a:defRPr sz="2400">
                <a:solidFill>
                  <a:srgbClr val="C00000"/>
                </a:solidFill>
              </a:defRPr>
            </a:lvl2pPr>
            <a:lvl3pPr>
              <a:defRPr sz="2400">
                <a:solidFill>
                  <a:srgbClr val="C00000"/>
                </a:solidFill>
              </a:defRPr>
            </a:lvl3pPr>
            <a:lvl4pPr>
              <a:defRPr sz="2400">
                <a:solidFill>
                  <a:srgbClr val="C00000"/>
                </a:solidFill>
              </a:defRPr>
            </a:lvl4pPr>
            <a:lvl5pPr>
              <a:defRPr sz="2400">
                <a:solidFill>
                  <a:srgbClr val="C00000"/>
                </a:solidFill>
              </a:defRPr>
            </a:lvl5pPr>
          </a:lstStyle>
          <a:p>
            <a:pPr lvl="0"/>
            <a:r>
              <a:rPr lang="en-US"/>
              <a:t>Click to edit Master text styles</a:t>
            </a:r>
          </a:p>
        </p:txBody>
      </p:sp>
      <p:sp>
        <p:nvSpPr>
          <p:cNvPr id="9" name="Slide Number Placeholder 6">
            <a:extLst>
              <a:ext uri="{FF2B5EF4-FFF2-40B4-BE49-F238E27FC236}">
                <a16:creationId xmlns:a16="http://schemas.microsoft.com/office/drawing/2014/main" id="{23FE2FD6-5C63-491D-B8CD-41062369C43E}"/>
              </a:ext>
            </a:extLst>
          </p:cNvPr>
          <p:cNvSpPr>
            <a:spLocks noGrp="1"/>
          </p:cNvSpPr>
          <p:nvPr>
            <p:ph type="sldNum" sz="quarter" idx="16"/>
          </p:nvPr>
        </p:nvSpPr>
        <p:spPr/>
        <p:txBody>
          <a:bodyPr/>
          <a:lstStyle>
            <a:lvl1pPr>
              <a:defRPr/>
            </a:lvl1pPr>
          </a:lstStyle>
          <a:p>
            <a:fld id="{8725687D-C4BB-4170-8738-C54F5060FC5B}" type="slidenum">
              <a:rPr lang="en-IN" smtClean="0"/>
              <a:pPr/>
              <a:t>‹#›</a:t>
            </a:fld>
            <a:endParaRPr lang="en-IN"/>
          </a:p>
        </p:txBody>
      </p:sp>
      <p:sp>
        <p:nvSpPr>
          <p:cNvPr id="4" name="Date Placeholder 4">
            <a:extLst>
              <a:ext uri="{FF2B5EF4-FFF2-40B4-BE49-F238E27FC236}">
                <a16:creationId xmlns:a16="http://schemas.microsoft.com/office/drawing/2014/main" id="{9A449D06-60B3-08CD-9369-C304B2D7A7CA}"/>
              </a:ext>
            </a:extLst>
          </p:cNvPr>
          <p:cNvSpPr>
            <a:spLocks noGrp="1"/>
          </p:cNvSpPr>
          <p:nvPr>
            <p:ph type="dt" sz="half" idx="10"/>
          </p:nvPr>
        </p:nvSpPr>
        <p:spPr>
          <a:xfrm>
            <a:off x="457200" y="6165306"/>
            <a:ext cx="2133600" cy="365125"/>
          </a:xfrm>
          <a:prstGeom prst="rect">
            <a:avLst/>
          </a:prstGeom>
        </p:spPr>
        <p:txBody>
          <a:bodyPr/>
          <a:lstStyle/>
          <a:p>
            <a:endParaRPr lang="en-IN"/>
          </a:p>
        </p:txBody>
      </p:sp>
      <p:sp>
        <p:nvSpPr>
          <p:cNvPr id="10" name="Footer Placeholder 5">
            <a:extLst>
              <a:ext uri="{FF2B5EF4-FFF2-40B4-BE49-F238E27FC236}">
                <a16:creationId xmlns:a16="http://schemas.microsoft.com/office/drawing/2014/main" id="{E98A2A54-8DAC-BBF8-E2E2-A989DBA0376E}"/>
              </a:ext>
            </a:extLst>
          </p:cNvPr>
          <p:cNvSpPr>
            <a:spLocks noGrp="1"/>
          </p:cNvSpPr>
          <p:nvPr>
            <p:ph type="ftr" sz="quarter" idx="11"/>
          </p:nvPr>
        </p:nvSpPr>
        <p:spPr>
          <a:xfrm>
            <a:off x="3124200" y="6165306"/>
            <a:ext cx="2895600" cy="365125"/>
          </a:xfrm>
          <a:prstGeom prst="rect">
            <a:avLst/>
          </a:prstGeom>
        </p:spPr>
        <p:txBody>
          <a:bodyPr/>
          <a:lstStyle/>
          <a:p>
            <a:endParaRPr lang="en-IN" dirty="0"/>
          </a:p>
        </p:txBody>
      </p:sp>
    </p:spTree>
    <p:extLst>
      <p:ext uri="{BB962C8B-B14F-4D97-AF65-F5344CB8AC3E}">
        <p14:creationId xmlns:p14="http://schemas.microsoft.com/office/powerpoint/2010/main" val="8120832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ECD2732-1735-4792-B403-0B84B1868B06}"/>
              </a:ext>
            </a:extLst>
          </p:cNvPr>
          <p:cNvSpPr/>
          <p:nvPr/>
        </p:nvSpPr>
        <p:spPr>
          <a:xfrm>
            <a:off x="1" y="1985228"/>
            <a:ext cx="546821" cy="28875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14002154-6E5B-4125-89E6-A0315FB0FAA8}"/>
              </a:ext>
            </a:extLst>
          </p:cNvPr>
          <p:cNvCxnSpPr>
            <a:cxnSpLocks/>
          </p:cNvCxnSpPr>
          <p:nvPr userDrawn="1"/>
        </p:nvCxnSpPr>
        <p:spPr>
          <a:xfrm>
            <a:off x="3563888" y="1953689"/>
            <a:ext cx="0" cy="2950622"/>
          </a:xfrm>
          <a:prstGeom prst="line">
            <a:avLst/>
          </a:prstGeom>
          <a:ln w="19050">
            <a:solidFill>
              <a:srgbClr val="D39F52"/>
            </a:solidFill>
          </a:ln>
        </p:spPr>
        <p:style>
          <a:lnRef idx="1">
            <a:schemeClr val="accent2"/>
          </a:lnRef>
          <a:fillRef idx="0">
            <a:schemeClr val="accent2"/>
          </a:fillRef>
          <a:effectRef idx="0">
            <a:schemeClr val="accent2"/>
          </a:effectRef>
          <a:fontRef idx="minor">
            <a:schemeClr val="tx1"/>
          </a:fontRef>
        </p:style>
      </p:cxnSp>
      <p:sp>
        <p:nvSpPr>
          <p:cNvPr id="2" name="Title 1"/>
          <p:cNvSpPr>
            <a:spLocks noGrp="1"/>
          </p:cNvSpPr>
          <p:nvPr>
            <p:ph type="title"/>
          </p:nvPr>
        </p:nvSpPr>
        <p:spPr>
          <a:xfrm>
            <a:off x="546822" y="814878"/>
            <a:ext cx="2729029" cy="5228244"/>
          </a:xfrm>
        </p:spPr>
        <p:txBody>
          <a:bodyPr>
            <a:noAutofit/>
          </a:bodyPr>
          <a:lstStyle>
            <a:lvl1pPr algn="l">
              <a:defRPr sz="2100" b="1">
                <a:solidFill>
                  <a:srgbClr val="C00000"/>
                </a:solidFill>
                <a:latin typeface="+mn-lt"/>
              </a:defRPr>
            </a:lvl1pPr>
          </a:lstStyle>
          <a:p>
            <a:r>
              <a:rPr lang="en-US"/>
              <a:t>Click to edit Master title style</a:t>
            </a:r>
            <a:endParaRPr lang="en-IN"/>
          </a:p>
        </p:txBody>
      </p:sp>
      <p:sp>
        <p:nvSpPr>
          <p:cNvPr id="17" name="Text Placeholder 16"/>
          <p:cNvSpPr>
            <a:spLocks noGrp="1"/>
          </p:cNvSpPr>
          <p:nvPr>
            <p:ph type="body" sz="quarter" idx="13"/>
          </p:nvPr>
        </p:nvSpPr>
        <p:spPr>
          <a:xfrm>
            <a:off x="3851277" y="764444"/>
            <a:ext cx="3529034" cy="1073150"/>
          </a:xfrm>
        </p:spPr>
        <p:txBody>
          <a:bodyPr>
            <a:noAutofit/>
          </a:bodyPr>
          <a:lstStyle>
            <a:lvl1pPr marL="0" indent="0">
              <a:buNone/>
              <a:defRPr sz="1500" b="1">
                <a:solidFill>
                  <a:srgbClr val="C00000"/>
                </a:solidFill>
              </a:defRPr>
            </a:lvl1pPr>
            <a:lvl2pPr>
              <a:defRPr sz="2400">
                <a:solidFill>
                  <a:srgbClr val="C00000"/>
                </a:solidFill>
              </a:defRPr>
            </a:lvl2pPr>
            <a:lvl3pPr>
              <a:defRPr sz="2400">
                <a:solidFill>
                  <a:srgbClr val="C00000"/>
                </a:solidFill>
              </a:defRPr>
            </a:lvl3pPr>
            <a:lvl4pPr>
              <a:defRPr sz="2400">
                <a:solidFill>
                  <a:srgbClr val="C00000"/>
                </a:solidFill>
              </a:defRPr>
            </a:lvl4pPr>
            <a:lvl5pPr>
              <a:defRPr sz="2400">
                <a:solidFill>
                  <a:srgbClr val="C00000"/>
                </a:solidFill>
              </a:defRPr>
            </a:lvl5pPr>
          </a:lstStyle>
          <a:p>
            <a:pPr lvl="0"/>
            <a:r>
              <a:rPr lang="en-US"/>
              <a:t>Click to edit Master text styles</a:t>
            </a:r>
          </a:p>
        </p:txBody>
      </p:sp>
      <p:sp>
        <p:nvSpPr>
          <p:cNvPr id="9" name="Slide Number Placeholder 6">
            <a:extLst>
              <a:ext uri="{FF2B5EF4-FFF2-40B4-BE49-F238E27FC236}">
                <a16:creationId xmlns:a16="http://schemas.microsoft.com/office/drawing/2014/main" id="{23FE2FD6-5C63-491D-B8CD-41062369C43E}"/>
              </a:ext>
            </a:extLst>
          </p:cNvPr>
          <p:cNvSpPr>
            <a:spLocks noGrp="1"/>
          </p:cNvSpPr>
          <p:nvPr>
            <p:ph type="sldNum" sz="quarter" idx="16"/>
          </p:nvPr>
        </p:nvSpPr>
        <p:spPr/>
        <p:txBody>
          <a:bodyPr/>
          <a:lstStyle>
            <a:lvl1pPr>
              <a:defRPr/>
            </a:lvl1pPr>
          </a:lstStyle>
          <a:p>
            <a:fld id="{8725687D-C4BB-4170-8738-C54F5060FC5B}" type="slidenum">
              <a:rPr lang="en-IN" smtClean="0"/>
              <a:pPr/>
              <a:t>‹#›</a:t>
            </a:fld>
            <a:endParaRPr lang="en-IN"/>
          </a:p>
        </p:txBody>
      </p:sp>
      <p:sp>
        <p:nvSpPr>
          <p:cNvPr id="12" name="Picture Placeholder 11">
            <a:extLst>
              <a:ext uri="{FF2B5EF4-FFF2-40B4-BE49-F238E27FC236}">
                <a16:creationId xmlns:a16="http://schemas.microsoft.com/office/drawing/2014/main" id="{4B340470-5BD3-9908-3B9E-50949C14D963}"/>
              </a:ext>
            </a:extLst>
          </p:cNvPr>
          <p:cNvSpPr>
            <a:spLocks noGrp="1"/>
          </p:cNvSpPr>
          <p:nvPr>
            <p:ph type="pic" sz="quarter" idx="17"/>
          </p:nvPr>
        </p:nvSpPr>
        <p:spPr>
          <a:xfrm>
            <a:off x="3851276" y="1982442"/>
            <a:ext cx="4835525" cy="346268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defRPr lang="en-IN"/>
            </a:lvl1pPr>
          </a:lstStyle>
          <a:p>
            <a:pPr marL="203597" lvl="0" indent="-203597">
              <a:spcBef>
                <a:spcPts val="0"/>
              </a:spcBef>
              <a:spcAft>
                <a:spcPts val="450"/>
              </a:spcAft>
            </a:pPr>
            <a:endParaRPr lang="en-IN"/>
          </a:p>
        </p:txBody>
      </p:sp>
      <p:sp>
        <p:nvSpPr>
          <p:cNvPr id="3" name="Date Placeholder 4">
            <a:extLst>
              <a:ext uri="{FF2B5EF4-FFF2-40B4-BE49-F238E27FC236}">
                <a16:creationId xmlns:a16="http://schemas.microsoft.com/office/drawing/2014/main" id="{8D138C5A-0996-E274-077D-A16E50E43677}"/>
              </a:ext>
            </a:extLst>
          </p:cNvPr>
          <p:cNvSpPr>
            <a:spLocks noGrp="1"/>
          </p:cNvSpPr>
          <p:nvPr>
            <p:ph type="dt" sz="half" idx="10"/>
          </p:nvPr>
        </p:nvSpPr>
        <p:spPr>
          <a:xfrm>
            <a:off x="457200" y="6165306"/>
            <a:ext cx="2133600" cy="365125"/>
          </a:xfrm>
          <a:prstGeom prst="rect">
            <a:avLst/>
          </a:prstGeom>
        </p:spPr>
        <p:txBody>
          <a:bodyPr/>
          <a:lstStyle/>
          <a:p>
            <a:endParaRPr lang="en-IN"/>
          </a:p>
        </p:txBody>
      </p:sp>
      <p:sp>
        <p:nvSpPr>
          <p:cNvPr id="4" name="Footer Placeholder 5">
            <a:extLst>
              <a:ext uri="{FF2B5EF4-FFF2-40B4-BE49-F238E27FC236}">
                <a16:creationId xmlns:a16="http://schemas.microsoft.com/office/drawing/2014/main" id="{EC4F0AE1-3152-F183-4104-3E4F7CFDD088}"/>
              </a:ext>
            </a:extLst>
          </p:cNvPr>
          <p:cNvSpPr>
            <a:spLocks noGrp="1"/>
          </p:cNvSpPr>
          <p:nvPr>
            <p:ph type="ftr" sz="quarter" idx="11"/>
          </p:nvPr>
        </p:nvSpPr>
        <p:spPr>
          <a:xfrm>
            <a:off x="3124200" y="6165306"/>
            <a:ext cx="2895600" cy="365125"/>
          </a:xfrm>
          <a:prstGeom prst="rect">
            <a:avLst/>
          </a:prstGeom>
        </p:spPr>
        <p:txBody>
          <a:bodyPr/>
          <a:lstStyle/>
          <a:p>
            <a:endParaRPr lang="en-IN" dirty="0"/>
          </a:p>
        </p:txBody>
      </p:sp>
    </p:spTree>
    <p:extLst>
      <p:ext uri="{BB962C8B-B14F-4D97-AF65-F5344CB8AC3E}">
        <p14:creationId xmlns:p14="http://schemas.microsoft.com/office/powerpoint/2010/main" val="33192492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5" name="Arrow: Pentagon 4">
            <a:extLst>
              <a:ext uri="{FF2B5EF4-FFF2-40B4-BE49-F238E27FC236}">
                <a16:creationId xmlns:a16="http://schemas.microsoft.com/office/drawing/2014/main" id="{18406D02-29E7-4BA3-8AE8-96060357573C}"/>
              </a:ext>
            </a:extLst>
          </p:cNvPr>
          <p:cNvSpPr/>
          <p:nvPr/>
        </p:nvSpPr>
        <p:spPr>
          <a:xfrm>
            <a:off x="0" y="647774"/>
            <a:ext cx="6084888" cy="595164"/>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6" name="Rectangle 5">
            <a:extLst>
              <a:ext uri="{FF2B5EF4-FFF2-40B4-BE49-F238E27FC236}">
                <a16:creationId xmlns:a16="http://schemas.microsoft.com/office/drawing/2014/main" id="{49AD38A2-1B3B-456E-AC97-85B2B96B1802}"/>
              </a:ext>
            </a:extLst>
          </p:cNvPr>
          <p:cNvSpPr/>
          <p:nvPr/>
        </p:nvSpPr>
        <p:spPr>
          <a:xfrm>
            <a:off x="639764" y="1920875"/>
            <a:ext cx="4219575" cy="139700"/>
          </a:xfrm>
          <a:prstGeom prst="rect">
            <a:avLst/>
          </a:prstGeom>
          <a:solidFill>
            <a:srgbClr val="D39F5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7" name="Rectangle 6">
            <a:extLst>
              <a:ext uri="{FF2B5EF4-FFF2-40B4-BE49-F238E27FC236}">
                <a16:creationId xmlns:a16="http://schemas.microsoft.com/office/drawing/2014/main" id="{1888611B-7196-4959-974D-E888F31EAA2A}"/>
              </a:ext>
            </a:extLst>
          </p:cNvPr>
          <p:cNvSpPr/>
          <p:nvPr/>
        </p:nvSpPr>
        <p:spPr>
          <a:xfrm>
            <a:off x="639764" y="5084765"/>
            <a:ext cx="4219575" cy="141287"/>
          </a:xfrm>
          <a:prstGeom prst="rect">
            <a:avLst/>
          </a:prstGeom>
          <a:solidFill>
            <a:srgbClr val="D39F5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2" name="Title 1"/>
          <p:cNvSpPr>
            <a:spLocks noGrp="1"/>
          </p:cNvSpPr>
          <p:nvPr>
            <p:ph type="title"/>
          </p:nvPr>
        </p:nvSpPr>
        <p:spPr>
          <a:xfrm>
            <a:off x="179512" y="665810"/>
            <a:ext cx="5486400" cy="566738"/>
          </a:xfrm>
        </p:spPr>
        <p:txBody>
          <a:bodyPr>
            <a:normAutofit/>
          </a:bodyPr>
          <a:lstStyle>
            <a:lvl1pPr algn="l">
              <a:defRPr sz="2100" b="1">
                <a:solidFill>
                  <a:srgbClr val="C00000"/>
                </a:solidFill>
              </a:defRPr>
            </a:lvl1pPr>
          </a:lstStyle>
          <a:p>
            <a:r>
              <a:rPr lang="en-US"/>
              <a:t>Click to edit Master title style</a:t>
            </a:r>
            <a:endParaRPr lang="en-IN"/>
          </a:p>
        </p:txBody>
      </p:sp>
      <p:sp>
        <p:nvSpPr>
          <p:cNvPr id="12" name="Content Placeholder 11"/>
          <p:cNvSpPr>
            <a:spLocks noGrp="1"/>
          </p:cNvSpPr>
          <p:nvPr>
            <p:ph sz="quarter" idx="13"/>
          </p:nvPr>
        </p:nvSpPr>
        <p:spPr>
          <a:xfrm>
            <a:off x="639764" y="2152650"/>
            <a:ext cx="4219575" cy="28162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lang="en-US"/>
            </a:lvl1pPr>
            <a:lvl2pPr>
              <a:defRPr lang="en-US"/>
            </a:lvl2pPr>
            <a:lvl3pPr>
              <a:defRPr lang="en-US"/>
            </a:lvl3pPr>
            <a:lvl4pPr>
              <a:defRPr lang="en-US"/>
            </a:lvl4pPr>
            <a:lvl5pPr>
              <a:defRPr lang="en-IN"/>
            </a:lvl5pPr>
          </a:lstStyle>
          <a:p>
            <a:pPr marL="203597" lvl="0" indent="-203597">
              <a:spcBef>
                <a:spcPts val="0"/>
              </a:spcBef>
              <a:spcAft>
                <a:spcPts val="450"/>
              </a:spcAft>
            </a:pPr>
            <a:r>
              <a:rPr lang="en-US"/>
              <a:t>Click to edit Master text styles</a:t>
            </a:r>
          </a:p>
          <a:p>
            <a:pPr marL="400050" lvl="1" indent="-196454">
              <a:spcBef>
                <a:spcPts val="0"/>
              </a:spcBef>
              <a:spcAft>
                <a:spcPts val="450"/>
              </a:spcAft>
            </a:pPr>
            <a:r>
              <a:rPr lang="en-US"/>
              <a:t>Second level</a:t>
            </a:r>
          </a:p>
          <a:p>
            <a:pPr marL="604838" lvl="2" indent="-204788">
              <a:spcBef>
                <a:spcPts val="0"/>
              </a:spcBef>
              <a:spcAft>
                <a:spcPts val="450"/>
              </a:spcAft>
            </a:pPr>
            <a:r>
              <a:rPr lang="en-US"/>
              <a:t>Third level</a:t>
            </a:r>
          </a:p>
          <a:p>
            <a:pPr marL="808435" lvl="3" indent="-203597">
              <a:spcBef>
                <a:spcPts val="0"/>
              </a:spcBef>
              <a:spcAft>
                <a:spcPts val="450"/>
              </a:spcAft>
            </a:pPr>
            <a:r>
              <a:rPr lang="en-US"/>
              <a:t>Fourth level</a:t>
            </a:r>
          </a:p>
          <a:p>
            <a:pPr marL="1012031" lvl="4" indent="-203597">
              <a:spcBef>
                <a:spcPts val="0"/>
              </a:spcBef>
              <a:spcAft>
                <a:spcPts val="450"/>
              </a:spcAft>
            </a:pPr>
            <a:r>
              <a:rPr lang="en-US"/>
              <a:t>Fifth level</a:t>
            </a:r>
            <a:endParaRPr lang="en-IN"/>
          </a:p>
        </p:txBody>
      </p:sp>
      <p:sp>
        <p:nvSpPr>
          <p:cNvPr id="14" name="Content Placeholder 13"/>
          <p:cNvSpPr>
            <a:spLocks noGrp="1"/>
          </p:cNvSpPr>
          <p:nvPr>
            <p:ph sz="quarter" idx="14"/>
          </p:nvPr>
        </p:nvSpPr>
        <p:spPr>
          <a:xfrm>
            <a:off x="5022850" y="1920877"/>
            <a:ext cx="3663950" cy="33051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lang="en-US"/>
            </a:lvl1pPr>
            <a:lvl2pPr>
              <a:defRPr lang="en-US"/>
            </a:lvl2pPr>
            <a:lvl3pPr>
              <a:defRPr lang="en-US"/>
            </a:lvl3pPr>
            <a:lvl4pPr>
              <a:defRPr lang="en-US"/>
            </a:lvl4pPr>
            <a:lvl5pPr>
              <a:defRPr lang="en-IN"/>
            </a:lvl5pPr>
          </a:lstStyle>
          <a:p>
            <a:pPr marL="203597" lvl="0" indent="-203597">
              <a:spcBef>
                <a:spcPts val="0"/>
              </a:spcBef>
              <a:spcAft>
                <a:spcPts val="450"/>
              </a:spcAft>
            </a:pPr>
            <a:r>
              <a:rPr lang="en-US"/>
              <a:t>Click to edit Master text styles</a:t>
            </a:r>
          </a:p>
          <a:p>
            <a:pPr marL="400050" lvl="1" indent="-196454">
              <a:spcBef>
                <a:spcPts val="0"/>
              </a:spcBef>
              <a:spcAft>
                <a:spcPts val="450"/>
              </a:spcAft>
            </a:pPr>
            <a:r>
              <a:rPr lang="en-US"/>
              <a:t>Second level</a:t>
            </a:r>
          </a:p>
          <a:p>
            <a:pPr marL="604838" lvl="2" indent="-204788">
              <a:spcBef>
                <a:spcPts val="0"/>
              </a:spcBef>
              <a:spcAft>
                <a:spcPts val="450"/>
              </a:spcAft>
            </a:pPr>
            <a:r>
              <a:rPr lang="en-US"/>
              <a:t>Third level</a:t>
            </a:r>
          </a:p>
          <a:p>
            <a:pPr marL="808435" lvl="3" indent="-203597">
              <a:spcBef>
                <a:spcPts val="0"/>
              </a:spcBef>
              <a:spcAft>
                <a:spcPts val="450"/>
              </a:spcAft>
            </a:pPr>
            <a:r>
              <a:rPr lang="en-US"/>
              <a:t>Fourth level</a:t>
            </a:r>
          </a:p>
          <a:p>
            <a:pPr marL="1012031" lvl="4" indent="-203597">
              <a:spcBef>
                <a:spcPts val="0"/>
              </a:spcBef>
              <a:spcAft>
                <a:spcPts val="450"/>
              </a:spcAft>
            </a:pPr>
            <a:r>
              <a:rPr lang="en-US"/>
              <a:t>Fifth level</a:t>
            </a:r>
            <a:endParaRPr lang="en-IN"/>
          </a:p>
        </p:txBody>
      </p:sp>
      <p:sp>
        <p:nvSpPr>
          <p:cNvPr id="10" name="Slide Number Placeholder 6">
            <a:extLst>
              <a:ext uri="{FF2B5EF4-FFF2-40B4-BE49-F238E27FC236}">
                <a16:creationId xmlns:a16="http://schemas.microsoft.com/office/drawing/2014/main" id="{636F29DE-8A80-44A6-9533-F46E5B05F2E1}"/>
              </a:ext>
            </a:extLst>
          </p:cNvPr>
          <p:cNvSpPr>
            <a:spLocks noGrp="1"/>
          </p:cNvSpPr>
          <p:nvPr>
            <p:ph type="sldNum" sz="quarter" idx="17"/>
          </p:nvPr>
        </p:nvSpPr>
        <p:spPr/>
        <p:txBody>
          <a:bodyPr/>
          <a:lstStyle>
            <a:lvl1pPr>
              <a:defRPr/>
            </a:lvl1pPr>
          </a:lstStyle>
          <a:p>
            <a:fld id="{8725687D-C4BB-4170-8738-C54F5060FC5B}" type="slidenum">
              <a:rPr lang="en-IN" smtClean="0"/>
              <a:pPr/>
              <a:t>‹#›</a:t>
            </a:fld>
            <a:endParaRPr lang="en-IN"/>
          </a:p>
        </p:txBody>
      </p:sp>
      <p:sp>
        <p:nvSpPr>
          <p:cNvPr id="3" name="Date Placeholder 4">
            <a:extLst>
              <a:ext uri="{FF2B5EF4-FFF2-40B4-BE49-F238E27FC236}">
                <a16:creationId xmlns:a16="http://schemas.microsoft.com/office/drawing/2014/main" id="{0AB432A3-E1CF-7BD8-E24A-A7F69E38137A}"/>
              </a:ext>
            </a:extLst>
          </p:cNvPr>
          <p:cNvSpPr>
            <a:spLocks noGrp="1"/>
          </p:cNvSpPr>
          <p:nvPr>
            <p:ph type="dt" sz="half" idx="10"/>
          </p:nvPr>
        </p:nvSpPr>
        <p:spPr>
          <a:xfrm>
            <a:off x="457200" y="6165306"/>
            <a:ext cx="2133600" cy="365125"/>
          </a:xfrm>
          <a:prstGeom prst="rect">
            <a:avLst/>
          </a:prstGeom>
        </p:spPr>
        <p:txBody>
          <a:bodyPr/>
          <a:lstStyle/>
          <a:p>
            <a:endParaRPr lang="en-IN"/>
          </a:p>
        </p:txBody>
      </p:sp>
      <p:sp>
        <p:nvSpPr>
          <p:cNvPr id="4" name="Footer Placeholder 5">
            <a:extLst>
              <a:ext uri="{FF2B5EF4-FFF2-40B4-BE49-F238E27FC236}">
                <a16:creationId xmlns:a16="http://schemas.microsoft.com/office/drawing/2014/main" id="{FACC4F3C-5B7C-AEA3-273C-E93AADF81D46}"/>
              </a:ext>
            </a:extLst>
          </p:cNvPr>
          <p:cNvSpPr>
            <a:spLocks noGrp="1"/>
          </p:cNvSpPr>
          <p:nvPr>
            <p:ph type="ftr" sz="quarter" idx="11"/>
          </p:nvPr>
        </p:nvSpPr>
        <p:spPr>
          <a:xfrm>
            <a:off x="3124200" y="6165306"/>
            <a:ext cx="2895600" cy="365125"/>
          </a:xfrm>
          <a:prstGeom prst="rect">
            <a:avLst/>
          </a:prstGeom>
        </p:spPr>
        <p:txBody>
          <a:bodyPr/>
          <a:lstStyle/>
          <a:p>
            <a:endParaRPr lang="en-IN" dirty="0"/>
          </a:p>
        </p:txBody>
      </p:sp>
    </p:spTree>
    <p:extLst>
      <p:ext uri="{BB962C8B-B14F-4D97-AF65-F5344CB8AC3E}">
        <p14:creationId xmlns:p14="http://schemas.microsoft.com/office/powerpoint/2010/main" val="19962901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55843F5-5FB0-4337-86CE-56BE932DA5C7}"/>
              </a:ext>
            </a:extLst>
          </p:cNvPr>
          <p:cNvCxnSpPr/>
          <p:nvPr/>
        </p:nvCxnSpPr>
        <p:spPr>
          <a:xfrm>
            <a:off x="3570288" y="333377"/>
            <a:ext cx="0" cy="5749925"/>
          </a:xfrm>
          <a:prstGeom prst="line">
            <a:avLst/>
          </a:prstGeom>
          <a:ln w="19050">
            <a:solidFill>
              <a:srgbClr val="D39F52"/>
            </a:solidFill>
          </a:ln>
        </p:spPr>
        <p:style>
          <a:lnRef idx="1">
            <a:schemeClr val="accent2"/>
          </a:lnRef>
          <a:fillRef idx="0">
            <a:schemeClr val="accent2"/>
          </a:fillRef>
          <a:effectRef idx="0">
            <a:schemeClr val="accent2"/>
          </a:effectRef>
          <a:fontRef idx="minor">
            <a:schemeClr val="tx1"/>
          </a:fontRef>
        </p:style>
      </p:cxnSp>
      <p:sp>
        <p:nvSpPr>
          <p:cNvPr id="2" name="Title 1"/>
          <p:cNvSpPr>
            <a:spLocks noGrp="1"/>
          </p:cNvSpPr>
          <p:nvPr>
            <p:ph type="title"/>
          </p:nvPr>
        </p:nvSpPr>
        <p:spPr>
          <a:xfrm>
            <a:off x="457201" y="620690"/>
            <a:ext cx="3008313" cy="1535537"/>
          </a:xfrm>
        </p:spPr>
        <p:txBody>
          <a:bodyPr anchor="b">
            <a:noAutofit/>
          </a:bodyPr>
          <a:lstStyle>
            <a:lvl1pPr algn="r">
              <a:defRPr sz="2100" b="1">
                <a:solidFill>
                  <a:srgbClr val="C00000"/>
                </a:solidFill>
                <a:latin typeface="+mn-lt"/>
              </a:defRPr>
            </a:lvl1pPr>
          </a:lstStyle>
          <a:p>
            <a:r>
              <a:rPr lang="en-US"/>
              <a:t>Click to edit Master title style</a:t>
            </a:r>
            <a:endParaRPr lang="en-IN" dirty="0"/>
          </a:p>
        </p:txBody>
      </p:sp>
      <p:sp>
        <p:nvSpPr>
          <p:cNvPr id="8" name="Slide Number Placeholder 6">
            <a:extLst>
              <a:ext uri="{FF2B5EF4-FFF2-40B4-BE49-F238E27FC236}">
                <a16:creationId xmlns:a16="http://schemas.microsoft.com/office/drawing/2014/main" id="{1187FDD4-37EE-46DC-8636-EB162B68ABE0}"/>
              </a:ext>
            </a:extLst>
          </p:cNvPr>
          <p:cNvSpPr>
            <a:spLocks noGrp="1"/>
          </p:cNvSpPr>
          <p:nvPr>
            <p:ph type="sldNum" sz="quarter" idx="16"/>
          </p:nvPr>
        </p:nvSpPr>
        <p:spPr/>
        <p:txBody>
          <a:bodyPr/>
          <a:lstStyle>
            <a:lvl1pPr>
              <a:defRPr/>
            </a:lvl1pPr>
          </a:lstStyle>
          <a:p>
            <a:fld id="{8725687D-C4BB-4170-8738-C54F5060FC5B}" type="slidenum">
              <a:rPr lang="en-IN" smtClean="0"/>
              <a:pPr/>
              <a:t>‹#›</a:t>
            </a:fld>
            <a:endParaRPr lang="en-IN"/>
          </a:p>
        </p:txBody>
      </p:sp>
      <p:sp>
        <p:nvSpPr>
          <p:cNvPr id="4" name="Content Placeholder 14">
            <a:extLst>
              <a:ext uri="{FF2B5EF4-FFF2-40B4-BE49-F238E27FC236}">
                <a16:creationId xmlns:a16="http://schemas.microsoft.com/office/drawing/2014/main" id="{62CB08CA-C774-8E2E-A47B-B555E156F1F1}"/>
              </a:ext>
            </a:extLst>
          </p:cNvPr>
          <p:cNvSpPr>
            <a:spLocks noGrp="1"/>
          </p:cNvSpPr>
          <p:nvPr>
            <p:ph sz="quarter" idx="17"/>
          </p:nvPr>
        </p:nvSpPr>
        <p:spPr>
          <a:xfrm>
            <a:off x="3675065" y="548680"/>
            <a:ext cx="4675449" cy="547260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lang="en-US"/>
            </a:lvl1pPr>
            <a:lvl2pPr>
              <a:defRPr lang="en-US"/>
            </a:lvl2pPr>
            <a:lvl3pPr>
              <a:defRPr lang="en-US"/>
            </a:lvl3pPr>
            <a:lvl4pPr>
              <a:defRPr lang="en-US"/>
            </a:lvl4pPr>
            <a:lvl5pPr>
              <a:defRPr lang="en-IN" dirty="0"/>
            </a:lvl5pPr>
          </a:lstStyle>
          <a:p>
            <a:pPr marL="203597" lvl="0" indent="-203597">
              <a:spcBef>
                <a:spcPts val="0"/>
              </a:spcBef>
              <a:spcAft>
                <a:spcPts val="450"/>
              </a:spcAft>
            </a:pPr>
            <a:r>
              <a:rPr lang="en-US"/>
              <a:t>Click to edit Master text styles</a:t>
            </a:r>
          </a:p>
          <a:p>
            <a:pPr marL="400050" lvl="1" indent="-196454">
              <a:spcBef>
                <a:spcPts val="0"/>
              </a:spcBef>
              <a:spcAft>
                <a:spcPts val="450"/>
              </a:spcAft>
            </a:pPr>
            <a:r>
              <a:rPr lang="en-US"/>
              <a:t>Second level</a:t>
            </a:r>
          </a:p>
          <a:p>
            <a:pPr marL="604838" lvl="2" indent="-204788">
              <a:spcBef>
                <a:spcPts val="0"/>
              </a:spcBef>
              <a:spcAft>
                <a:spcPts val="450"/>
              </a:spcAft>
            </a:pPr>
            <a:r>
              <a:rPr lang="en-US"/>
              <a:t>Third level</a:t>
            </a:r>
          </a:p>
          <a:p>
            <a:pPr marL="808435" lvl="3" indent="-203597">
              <a:spcBef>
                <a:spcPts val="0"/>
              </a:spcBef>
              <a:spcAft>
                <a:spcPts val="450"/>
              </a:spcAft>
            </a:pPr>
            <a:r>
              <a:rPr lang="en-US"/>
              <a:t>Fourth level</a:t>
            </a:r>
          </a:p>
          <a:p>
            <a:pPr marL="1012031" lvl="4" indent="-203597">
              <a:spcBef>
                <a:spcPts val="0"/>
              </a:spcBef>
              <a:spcAft>
                <a:spcPts val="450"/>
              </a:spcAft>
            </a:pPr>
            <a:r>
              <a:rPr lang="en-US"/>
              <a:t>Fifth level</a:t>
            </a:r>
            <a:endParaRPr lang="en-IN" dirty="0"/>
          </a:p>
        </p:txBody>
      </p:sp>
      <p:sp>
        <p:nvSpPr>
          <p:cNvPr id="9" name="Content Placeholder 14">
            <a:extLst>
              <a:ext uri="{FF2B5EF4-FFF2-40B4-BE49-F238E27FC236}">
                <a16:creationId xmlns:a16="http://schemas.microsoft.com/office/drawing/2014/main" id="{EA1C2EC1-96B8-0C9A-C076-5CD605257E83}"/>
              </a:ext>
            </a:extLst>
          </p:cNvPr>
          <p:cNvSpPr>
            <a:spLocks noGrp="1"/>
          </p:cNvSpPr>
          <p:nvPr>
            <p:ph sz="quarter" idx="18"/>
          </p:nvPr>
        </p:nvSpPr>
        <p:spPr>
          <a:xfrm>
            <a:off x="793489" y="2276874"/>
            <a:ext cx="2672024" cy="351857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lang="en-US" dirty="0"/>
            </a:lvl1pPr>
            <a:lvl2pPr>
              <a:defRPr lang="en-US" dirty="0"/>
            </a:lvl2pPr>
            <a:lvl3pPr>
              <a:defRPr lang="en-US" dirty="0"/>
            </a:lvl3pPr>
            <a:lvl4pPr>
              <a:defRPr lang="en-US" dirty="0"/>
            </a:lvl4pPr>
            <a:lvl5pPr>
              <a:defRPr lang="en-IN" dirty="0"/>
            </a:lvl5pPr>
          </a:lstStyle>
          <a:p>
            <a:pPr marL="203597" lvl="0" indent="-203597">
              <a:spcBef>
                <a:spcPts val="0"/>
              </a:spcBef>
              <a:spcAft>
                <a:spcPts val="450"/>
              </a:spcAft>
            </a:pPr>
            <a:r>
              <a:rPr lang="en-US" dirty="0"/>
              <a:t>Click to edit Master text styles</a:t>
            </a:r>
          </a:p>
          <a:p>
            <a:pPr marL="400050" lvl="1" indent="-196454">
              <a:spcBef>
                <a:spcPts val="0"/>
              </a:spcBef>
              <a:spcAft>
                <a:spcPts val="450"/>
              </a:spcAft>
            </a:pPr>
            <a:r>
              <a:rPr lang="en-US" dirty="0"/>
              <a:t>Second level</a:t>
            </a:r>
          </a:p>
          <a:p>
            <a:pPr marL="604838" lvl="2" indent="-204788">
              <a:spcBef>
                <a:spcPts val="0"/>
              </a:spcBef>
              <a:spcAft>
                <a:spcPts val="450"/>
              </a:spcAft>
            </a:pPr>
            <a:r>
              <a:rPr lang="en-US" dirty="0"/>
              <a:t>Third level</a:t>
            </a:r>
          </a:p>
          <a:p>
            <a:pPr marL="808435" lvl="3" indent="-203597">
              <a:spcBef>
                <a:spcPts val="0"/>
              </a:spcBef>
              <a:spcAft>
                <a:spcPts val="450"/>
              </a:spcAft>
            </a:pPr>
            <a:r>
              <a:rPr lang="en-US" dirty="0"/>
              <a:t>Fourth level</a:t>
            </a:r>
          </a:p>
          <a:p>
            <a:pPr marL="1012031" lvl="4" indent="-203597">
              <a:spcBef>
                <a:spcPts val="0"/>
              </a:spcBef>
              <a:spcAft>
                <a:spcPts val="450"/>
              </a:spcAft>
            </a:pPr>
            <a:r>
              <a:rPr lang="en-US" dirty="0"/>
              <a:t>Fifth level</a:t>
            </a:r>
            <a:endParaRPr lang="en-IN" dirty="0"/>
          </a:p>
        </p:txBody>
      </p:sp>
      <p:sp>
        <p:nvSpPr>
          <p:cNvPr id="3" name="Date Placeholder 4">
            <a:extLst>
              <a:ext uri="{FF2B5EF4-FFF2-40B4-BE49-F238E27FC236}">
                <a16:creationId xmlns:a16="http://schemas.microsoft.com/office/drawing/2014/main" id="{F99904D3-B422-E4EE-CEAD-FC9A5B7F2D0D}"/>
              </a:ext>
            </a:extLst>
          </p:cNvPr>
          <p:cNvSpPr>
            <a:spLocks noGrp="1"/>
          </p:cNvSpPr>
          <p:nvPr>
            <p:ph type="dt" sz="half" idx="10"/>
          </p:nvPr>
        </p:nvSpPr>
        <p:spPr>
          <a:xfrm>
            <a:off x="457200" y="6165306"/>
            <a:ext cx="2133600" cy="365125"/>
          </a:xfrm>
          <a:prstGeom prst="rect">
            <a:avLst/>
          </a:prstGeom>
        </p:spPr>
        <p:txBody>
          <a:bodyPr/>
          <a:lstStyle/>
          <a:p>
            <a:endParaRPr lang="en-IN"/>
          </a:p>
        </p:txBody>
      </p:sp>
      <p:sp>
        <p:nvSpPr>
          <p:cNvPr id="10" name="Footer Placeholder 5">
            <a:extLst>
              <a:ext uri="{FF2B5EF4-FFF2-40B4-BE49-F238E27FC236}">
                <a16:creationId xmlns:a16="http://schemas.microsoft.com/office/drawing/2014/main" id="{78BE334F-317B-0806-1F1B-6462AA202916}"/>
              </a:ext>
            </a:extLst>
          </p:cNvPr>
          <p:cNvSpPr>
            <a:spLocks noGrp="1"/>
          </p:cNvSpPr>
          <p:nvPr>
            <p:ph type="ftr" sz="quarter" idx="11"/>
          </p:nvPr>
        </p:nvSpPr>
        <p:spPr>
          <a:xfrm>
            <a:off x="3124200" y="6165306"/>
            <a:ext cx="2895600" cy="365125"/>
          </a:xfrm>
          <a:prstGeom prst="rect">
            <a:avLst/>
          </a:prstGeom>
        </p:spPr>
        <p:txBody>
          <a:bodyPr/>
          <a:lstStyle/>
          <a:p>
            <a:endParaRPr lang="en-IN" dirty="0"/>
          </a:p>
        </p:txBody>
      </p:sp>
    </p:spTree>
    <p:extLst>
      <p:ext uri="{BB962C8B-B14F-4D97-AF65-F5344CB8AC3E}">
        <p14:creationId xmlns:p14="http://schemas.microsoft.com/office/powerpoint/2010/main" val="21053829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6752"/>
            <a:ext cx="3008313" cy="960372"/>
          </a:xfrm>
        </p:spPr>
        <p:txBody>
          <a:bodyPr anchor="b">
            <a:noAutofit/>
          </a:bodyPr>
          <a:lstStyle>
            <a:lvl1pPr algn="l">
              <a:defRPr sz="2100" b="1">
                <a:solidFill>
                  <a:srgbClr val="C00000"/>
                </a:solidFill>
                <a:latin typeface="+mn-lt"/>
              </a:defRPr>
            </a:lvl1pPr>
          </a:lstStyle>
          <a:p>
            <a:r>
              <a:rPr lang="en-US" dirty="0"/>
              <a:t>Click to edit Master title style</a:t>
            </a:r>
            <a:endParaRPr lang="en-IN" dirty="0"/>
          </a:p>
        </p:txBody>
      </p:sp>
      <p:sp>
        <p:nvSpPr>
          <p:cNvPr id="4" name="Text Placeholder 3"/>
          <p:cNvSpPr>
            <a:spLocks noGrp="1"/>
          </p:cNvSpPr>
          <p:nvPr>
            <p:ph type="body" sz="half" idx="2"/>
          </p:nvPr>
        </p:nvSpPr>
        <p:spPr>
          <a:xfrm>
            <a:off x="457201" y="2276874"/>
            <a:ext cx="3008313" cy="3841417"/>
          </a:xfrm>
        </p:spPr>
        <p:txBody>
          <a:bodyPr/>
          <a:lstStyle>
            <a:lvl1pPr marL="0" indent="0">
              <a:spcBef>
                <a:spcPts val="0"/>
              </a:spcBef>
              <a:spcAft>
                <a:spcPts val="450"/>
              </a:spcAft>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6165306"/>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165306"/>
            <a:ext cx="2895600" cy="365125"/>
          </a:xfrm>
          <a:prstGeom prst="rect">
            <a:avLst/>
          </a:prstGeom>
        </p:spPr>
        <p:txBody>
          <a:bodyPr/>
          <a:lstStyle/>
          <a:p>
            <a:endParaRPr lang="en-IN" dirty="0"/>
          </a:p>
        </p:txBody>
      </p:sp>
      <p:sp>
        <p:nvSpPr>
          <p:cNvPr id="7" name="Slide Number Placeholder 6"/>
          <p:cNvSpPr>
            <a:spLocks noGrp="1"/>
          </p:cNvSpPr>
          <p:nvPr>
            <p:ph type="sldNum" sz="quarter" idx="12"/>
          </p:nvPr>
        </p:nvSpPr>
        <p:spPr/>
        <p:txBody>
          <a:bodyPr/>
          <a:lstStyle/>
          <a:p>
            <a:fld id="{8725687D-C4BB-4170-8738-C54F5060FC5B}" type="slidenum">
              <a:rPr lang="en-IN" smtClean="0"/>
              <a:pPr/>
              <a:t>‹#›</a:t>
            </a:fld>
            <a:endParaRPr lang="en-IN"/>
          </a:p>
        </p:txBody>
      </p:sp>
      <p:cxnSp>
        <p:nvCxnSpPr>
          <p:cNvPr id="8" name="Straight Connector 7">
            <a:extLst>
              <a:ext uri="{FF2B5EF4-FFF2-40B4-BE49-F238E27FC236}">
                <a16:creationId xmlns:a16="http://schemas.microsoft.com/office/drawing/2014/main" id="{060DA268-098C-4FE3-9897-C772530CB6A8}"/>
              </a:ext>
            </a:extLst>
          </p:cNvPr>
          <p:cNvCxnSpPr/>
          <p:nvPr/>
        </p:nvCxnSpPr>
        <p:spPr>
          <a:xfrm>
            <a:off x="3570487" y="332658"/>
            <a:ext cx="0" cy="5750559"/>
          </a:xfrm>
          <a:prstGeom prst="line">
            <a:avLst/>
          </a:prstGeom>
          <a:ln w="19050">
            <a:solidFill>
              <a:srgbClr val="D39F52"/>
            </a:solidFill>
          </a:ln>
        </p:spPr>
        <p:style>
          <a:lnRef idx="1">
            <a:schemeClr val="accent2"/>
          </a:lnRef>
          <a:fillRef idx="0">
            <a:schemeClr val="accent2"/>
          </a:fillRef>
          <a:effectRef idx="0">
            <a:schemeClr val="accent2"/>
          </a:effectRef>
          <a:fontRef idx="minor">
            <a:schemeClr val="tx1"/>
          </a:fontRef>
        </p:style>
      </p:cxnSp>
      <p:sp>
        <p:nvSpPr>
          <p:cNvPr id="10" name="Online Image Placeholder 9">
            <a:extLst>
              <a:ext uri="{FF2B5EF4-FFF2-40B4-BE49-F238E27FC236}">
                <a16:creationId xmlns:a16="http://schemas.microsoft.com/office/drawing/2014/main" id="{46D24CC9-65CF-46C8-6C55-428B8E4B637C}"/>
              </a:ext>
            </a:extLst>
          </p:cNvPr>
          <p:cNvSpPr>
            <a:spLocks noGrp="1"/>
          </p:cNvSpPr>
          <p:nvPr>
            <p:ph type="clipArt" sz="quarter" idx="13"/>
          </p:nvPr>
        </p:nvSpPr>
        <p:spPr>
          <a:xfrm>
            <a:off x="3708400" y="692698"/>
            <a:ext cx="4978400" cy="517092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lang="en-IN"/>
            </a:lvl1pPr>
          </a:lstStyle>
          <a:p>
            <a:pPr marL="203597" lvl="0" indent="-203597">
              <a:spcBef>
                <a:spcPts val="0"/>
              </a:spcBef>
              <a:spcAft>
                <a:spcPts val="450"/>
              </a:spcAft>
            </a:pPr>
            <a:endParaRPr lang="en-IN"/>
          </a:p>
        </p:txBody>
      </p:sp>
    </p:spTree>
    <p:extLst>
      <p:ext uri="{BB962C8B-B14F-4D97-AF65-F5344CB8AC3E}">
        <p14:creationId xmlns:p14="http://schemas.microsoft.com/office/powerpoint/2010/main" val="3580937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07ED9451-C273-6C4B-0F6E-17D3ED886C66}"/>
              </a:ext>
            </a:extLst>
          </p:cNvPr>
          <p:cNvSpPr/>
          <p:nvPr userDrawn="1"/>
        </p:nvSpPr>
        <p:spPr>
          <a:xfrm>
            <a:off x="343800" y="279000"/>
            <a:ext cx="8456400" cy="6300000"/>
          </a:xfrm>
          <a:custGeom>
            <a:avLst/>
            <a:gdLst>
              <a:gd name="connsiteX0" fmla="*/ 145089 w 8456400"/>
              <a:gd name="connsiteY0" fmla="*/ 0 h 6300000"/>
              <a:gd name="connsiteX1" fmla="*/ 7126200 w 8456400"/>
              <a:gd name="connsiteY1" fmla="*/ 0 h 6300000"/>
              <a:gd name="connsiteX2" fmla="*/ 7126200 w 8456400"/>
              <a:gd name="connsiteY2" fmla="*/ 640048 h 6300000"/>
              <a:gd name="connsiteX3" fmla="*/ 7287152 w 8456400"/>
              <a:gd name="connsiteY3" fmla="*/ 801000 h 6300000"/>
              <a:gd name="connsiteX4" fmla="*/ 8456400 w 8456400"/>
              <a:gd name="connsiteY4" fmla="*/ 801000 h 6300000"/>
              <a:gd name="connsiteX5" fmla="*/ 8456400 w 8456400"/>
              <a:gd name="connsiteY5" fmla="*/ 6154911 h 6300000"/>
              <a:gd name="connsiteX6" fmla="*/ 8311311 w 8456400"/>
              <a:gd name="connsiteY6" fmla="*/ 6300000 h 6300000"/>
              <a:gd name="connsiteX7" fmla="*/ 145089 w 8456400"/>
              <a:gd name="connsiteY7" fmla="*/ 6300000 h 6300000"/>
              <a:gd name="connsiteX8" fmla="*/ 0 w 8456400"/>
              <a:gd name="connsiteY8" fmla="*/ 6154911 h 6300000"/>
              <a:gd name="connsiteX9" fmla="*/ 0 w 8456400"/>
              <a:gd name="connsiteY9" fmla="*/ 145089 h 6300000"/>
              <a:gd name="connsiteX10" fmla="*/ 145089 w 8456400"/>
              <a:gd name="connsiteY10" fmla="*/ 0 h 63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56400" h="6300000">
                <a:moveTo>
                  <a:pt x="145089" y="0"/>
                </a:moveTo>
                <a:lnTo>
                  <a:pt x="7126200" y="0"/>
                </a:lnTo>
                <a:lnTo>
                  <a:pt x="7126200" y="640048"/>
                </a:lnTo>
                <a:cubicBezTo>
                  <a:pt x="7126200" y="728939"/>
                  <a:pt x="7198261" y="801000"/>
                  <a:pt x="7287152" y="801000"/>
                </a:cubicBezTo>
                <a:lnTo>
                  <a:pt x="8456400" y="801000"/>
                </a:lnTo>
                <a:lnTo>
                  <a:pt x="8456400" y="6154911"/>
                </a:lnTo>
                <a:cubicBezTo>
                  <a:pt x="8456400" y="6235041"/>
                  <a:pt x="8391441" y="6300000"/>
                  <a:pt x="8311311" y="6300000"/>
                </a:cubicBezTo>
                <a:lnTo>
                  <a:pt x="145089" y="6300000"/>
                </a:lnTo>
                <a:cubicBezTo>
                  <a:pt x="64959" y="6300000"/>
                  <a:pt x="0" y="6235041"/>
                  <a:pt x="0" y="6154911"/>
                </a:cubicBezTo>
                <a:lnTo>
                  <a:pt x="0" y="145089"/>
                </a:lnTo>
                <a:cubicBezTo>
                  <a:pt x="0" y="64959"/>
                  <a:pt x="64959" y="0"/>
                  <a:pt x="145089" y="0"/>
                </a:cubicBezTo>
                <a:close/>
              </a:path>
            </a:pathLst>
          </a:cu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pic>
        <p:nvPicPr>
          <p:cNvPr id="4" name="Picture 3" descr="Logo, company name&#10;&#10;Description automatically generated">
            <a:extLst>
              <a:ext uri="{FF2B5EF4-FFF2-40B4-BE49-F238E27FC236}">
                <a16:creationId xmlns:a16="http://schemas.microsoft.com/office/drawing/2014/main" id="{3C5F42EB-A19F-242F-B6B3-7135CAD47F9F}"/>
              </a:ext>
            </a:extLst>
          </p:cNvPr>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7507901" y="149225"/>
            <a:ext cx="1424665" cy="878536"/>
          </a:xfrm>
          <a:prstGeom prst="rect">
            <a:avLst/>
          </a:prstGeom>
        </p:spPr>
      </p:pic>
      <p:sp>
        <p:nvSpPr>
          <p:cNvPr id="1026" name="Title Placeholder 1">
            <a:extLst>
              <a:ext uri="{FF2B5EF4-FFF2-40B4-BE49-F238E27FC236}">
                <a16:creationId xmlns:a16="http://schemas.microsoft.com/office/drawing/2014/main" id="{D54FB0E3-F06A-49A8-A4EA-433CB221F708}"/>
              </a:ext>
            </a:extLst>
          </p:cNvPr>
          <p:cNvSpPr>
            <a:spLocks noGrp="1" noChangeArrowheads="1"/>
          </p:cNvSpPr>
          <p:nvPr>
            <p:ph type="title"/>
          </p:nvPr>
        </p:nvSpPr>
        <p:spPr bwMode="auto">
          <a:xfrm>
            <a:off x="420745" y="451101"/>
            <a:ext cx="6954791"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4AB324CB-63B1-42D8-8FF7-EB59D6BD2A39}"/>
              </a:ext>
            </a:extLst>
          </p:cNvPr>
          <p:cNvSpPr>
            <a:spLocks noGrp="1" noChangeArrowheads="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en-IN" altLang="en-US" dirty="0"/>
          </a:p>
        </p:txBody>
      </p:sp>
      <p:sp>
        <p:nvSpPr>
          <p:cNvPr id="6" name="Slide Number Placeholder 5">
            <a:extLst>
              <a:ext uri="{FF2B5EF4-FFF2-40B4-BE49-F238E27FC236}">
                <a16:creationId xmlns:a16="http://schemas.microsoft.com/office/drawing/2014/main" id="{DAB38914-5865-453B-A2F9-41810CBD574F}"/>
              </a:ext>
            </a:extLst>
          </p:cNvPr>
          <p:cNvSpPr>
            <a:spLocks noGrp="1"/>
          </p:cNvSpPr>
          <p:nvPr>
            <p:ph type="sldNum" sz="quarter" idx="4"/>
          </p:nvPr>
        </p:nvSpPr>
        <p:spPr>
          <a:xfrm>
            <a:off x="6553200" y="6165306"/>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defRPr>
            </a:lvl1pPr>
          </a:lstStyle>
          <a:p>
            <a:fld id="{8725687D-C4BB-4170-8738-C54F5060FC5B}" type="slidenum">
              <a:rPr lang="en-IN" smtClean="0"/>
              <a:pPr/>
              <a:t>‹#›</a:t>
            </a:fld>
            <a:endParaRPr lang="en-IN"/>
          </a:p>
        </p:txBody>
      </p:sp>
      <p:sp>
        <p:nvSpPr>
          <p:cNvPr id="2" name="Rectangle 1">
            <a:extLst>
              <a:ext uri="{FF2B5EF4-FFF2-40B4-BE49-F238E27FC236}">
                <a16:creationId xmlns:a16="http://schemas.microsoft.com/office/drawing/2014/main" id="{00A11F45-4E4A-3032-DB79-5AEBC095FBBB}"/>
              </a:ext>
            </a:extLst>
          </p:cNvPr>
          <p:cNvSpPr/>
          <p:nvPr userDrawn="1"/>
        </p:nvSpPr>
        <p:spPr>
          <a:xfrm>
            <a:off x="8709143" y="6231593"/>
            <a:ext cx="430095" cy="21757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44534041"/>
      </p:ext>
    </p:extLst>
  </p:cSld>
  <p:clrMap bg1="lt1" tx1="dk1" bg2="lt2" tx2="dk2" accent1="accent1" accent2="accent2" accent3="accent3" accent4="accent4" accent5="accent5" accent6="accent6" hlink="hlink" folHlink="folHlink"/>
  <p:sldLayoutIdLst>
    <p:sldLayoutId id="2147483800" r:id="rId1"/>
    <p:sldLayoutId id="2147483799" r:id="rId2"/>
    <p:sldLayoutId id="2147483801" r:id="rId3"/>
    <p:sldLayoutId id="2147483802" r:id="rId4"/>
    <p:sldLayoutId id="2147483809" r:id="rId5"/>
    <p:sldLayoutId id="2147483803" r:id="rId6"/>
    <p:sldLayoutId id="2147483818" r:id="rId7"/>
    <p:sldLayoutId id="2147483822" r:id="rId8"/>
    <p:sldLayoutId id="2147483823" r:id="rId9"/>
    <p:sldLayoutId id="2147483805" r:id="rId10"/>
    <p:sldLayoutId id="2147483806" r:id="rId11"/>
    <p:sldLayoutId id="2147483807" r:id="rId12"/>
    <p:sldLayoutId id="2147483824" r:id="rId13"/>
    <p:sldLayoutId id="2147483817" r:id="rId14"/>
    <p:sldLayoutId id="2147483819" r:id="rId15"/>
    <p:sldLayoutId id="2147483808" r:id="rId16"/>
    <p:sldLayoutId id="2147483810" r:id="rId17"/>
    <p:sldLayoutId id="2147483811" r:id="rId18"/>
    <p:sldLayoutId id="2147483825" r:id="rId19"/>
    <p:sldLayoutId id="2147483812" r:id="rId20"/>
    <p:sldLayoutId id="2147483813" r:id="rId21"/>
    <p:sldLayoutId id="2147483820" r:id="rId22"/>
    <p:sldLayoutId id="2147483814" r:id="rId23"/>
    <p:sldLayoutId id="2147483815" r:id="rId24"/>
    <p:sldLayoutId id="2147483821" r:id="rId2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27">
                                            <p:txEl>
                                              <p:pRg st="0" end="0"/>
                                            </p:txEl>
                                          </p:spTgt>
                                        </p:tgtEl>
                                        <p:attrNameLst>
                                          <p:attrName>style.visibility</p:attrName>
                                        </p:attrNameLst>
                                      </p:cBhvr>
                                      <p:to>
                                        <p:strVal val="visible"/>
                                      </p:to>
                                    </p:set>
                                    <p:animEffect transition="in" filter="fade">
                                      <p:cBhvr>
                                        <p:cTn id="11" dur="500"/>
                                        <p:tgtEl>
                                          <p:spTgt spid="1027">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27">
                                            <p:txEl>
                                              <p:pRg st="1" end="1"/>
                                            </p:txEl>
                                          </p:spTgt>
                                        </p:tgtEl>
                                        <p:attrNameLst>
                                          <p:attrName>style.visibility</p:attrName>
                                        </p:attrNameLst>
                                      </p:cBhvr>
                                      <p:to>
                                        <p:strVal val="visible"/>
                                      </p:to>
                                    </p:set>
                                    <p:animEffect transition="in" filter="fade">
                                      <p:cBhvr>
                                        <p:cTn id="15" dur="500"/>
                                        <p:tgtEl>
                                          <p:spTgt spid="1027">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27">
                                            <p:txEl>
                                              <p:pRg st="2" end="2"/>
                                            </p:txEl>
                                          </p:spTgt>
                                        </p:tgtEl>
                                        <p:attrNameLst>
                                          <p:attrName>style.visibility</p:attrName>
                                        </p:attrNameLst>
                                      </p:cBhvr>
                                      <p:to>
                                        <p:strVal val="visible"/>
                                      </p:to>
                                    </p:set>
                                    <p:animEffect transition="in" filter="fade">
                                      <p:cBhvr>
                                        <p:cTn id="19" dur="500"/>
                                        <p:tgtEl>
                                          <p:spTgt spid="1027">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027">
                                            <p:txEl>
                                              <p:pRg st="3" end="3"/>
                                            </p:txEl>
                                          </p:spTgt>
                                        </p:tgtEl>
                                        <p:attrNameLst>
                                          <p:attrName>style.visibility</p:attrName>
                                        </p:attrNameLst>
                                      </p:cBhvr>
                                      <p:to>
                                        <p:strVal val="visible"/>
                                      </p:to>
                                    </p:set>
                                    <p:animEffect transition="in" filter="fade">
                                      <p:cBhvr>
                                        <p:cTn id="23" dur="500"/>
                                        <p:tgtEl>
                                          <p:spTgt spid="1027">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027">
                                            <p:txEl>
                                              <p:pRg st="4" end="4"/>
                                            </p:txEl>
                                          </p:spTgt>
                                        </p:tgtEl>
                                        <p:attrNameLst>
                                          <p:attrName>style.visibility</p:attrName>
                                        </p:attrNameLst>
                                      </p:cBhvr>
                                      <p:to>
                                        <p:strVal val="visible"/>
                                      </p:to>
                                    </p:set>
                                    <p:animEffect transition="in" filter="fade">
                                      <p:cBhvr>
                                        <p:cTn id="27"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uiExpand="1" build="p">
        <p:tmplLst>
          <p:tmpl lvl="1">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Lst>
      </p:bldP>
    </p:bldLst>
  </p:timing>
  <p:hf hdr="0" ftr="0" dt="0"/>
  <p:txStyles>
    <p:titleStyle>
      <a:lvl1pPr algn="l" rtl="0" eaLnBrk="1" fontAlgn="base" hangingPunct="1">
        <a:spcBef>
          <a:spcPct val="0"/>
        </a:spcBef>
        <a:spcAft>
          <a:spcPct val="0"/>
        </a:spcAft>
        <a:defRPr sz="2400" b="1" kern="1200">
          <a:solidFill>
            <a:srgbClr val="C00000"/>
          </a:solidFill>
          <a:latin typeface="+mn-lt"/>
          <a:ea typeface="+mj-ea"/>
          <a:cs typeface="+mj-cs"/>
        </a:defRPr>
      </a:lvl1pPr>
      <a:lvl2pPr algn="ctr" rtl="0" eaLnBrk="1" fontAlgn="base" hangingPunct="1">
        <a:spcBef>
          <a:spcPct val="0"/>
        </a:spcBef>
        <a:spcAft>
          <a:spcPct val="0"/>
        </a:spcAft>
        <a:defRPr sz="3200" b="1">
          <a:solidFill>
            <a:srgbClr val="C00000"/>
          </a:solidFill>
          <a:latin typeface="Calibri" panose="020F0502020204030204" pitchFamily="34" charset="0"/>
        </a:defRPr>
      </a:lvl2pPr>
      <a:lvl3pPr algn="ctr" rtl="0" eaLnBrk="1" fontAlgn="base" hangingPunct="1">
        <a:spcBef>
          <a:spcPct val="0"/>
        </a:spcBef>
        <a:spcAft>
          <a:spcPct val="0"/>
        </a:spcAft>
        <a:defRPr sz="3200" b="1">
          <a:solidFill>
            <a:srgbClr val="C00000"/>
          </a:solidFill>
          <a:latin typeface="Calibri" panose="020F0502020204030204" pitchFamily="34" charset="0"/>
        </a:defRPr>
      </a:lvl3pPr>
      <a:lvl4pPr algn="ctr" rtl="0" eaLnBrk="1" fontAlgn="base" hangingPunct="1">
        <a:spcBef>
          <a:spcPct val="0"/>
        </a:spcBef>
        <a:spcAft>
          <a:spcPct val="0"/>
        </a:spcAft>
        <a:defRPr sz="3200" b="1">
          <a:solidFill>
            <a:srgbClr val="C00000"/>
          </a:solidFill>
          <a:latin typeface="Calibri" panose="020F0502020204030204" pitchFamily="34" charset="0"/>
        </a:defRPr>
      </a:lvl4pPr>
      <a:lvl5pPr algn="ctr" rtl="0" eaLnBrk="1" fontAlgn="base" hangingPunct="1">
        <a:spcBef>
          <a:spcPct val="0"/>
        </a:spcBef>
        <a:spcAft>
          <a:spcPct val="0"/>
        </a:spcAft>
        <a:defRPr sz="3200" b="1">
          <a:solidFill>
            <a:srgbClr val="C00000"/>
          </a:solidFill>
          <a:latin typeface="Calibri" panose="020F0502020204030204" pitchFamily="34" charset="0"/>
        </a:defRPr>
      </a:lvl5pPr>
      <a:lvl6pPr marL="457200" algn="ctr" rtl="0" eaLnBrk="1" fontAlgn="base" hangingPunct="1">
        <a:spcBef>
          <a:spcPct val="0"/>
        </a:spcBef>
        <a:spcAft>
          <a:spcPct val="0"/>
        </a:spcAft>
        <a:defRPr sz="3200" b="1">
          <a:solidFill>
            <a:srgbClr val="C00000"/>
          </a:solidFill>
          <a:latin typeface="Calibri" panose="020F0502020204030204" pitchFamily="34" charset="0"/>
        </a:defRPr>
      </a:lvl6pPr>
      <a:lvl7pPr marL="914400" algn="ctr" rtl="0" eaLnBrk="1" fontAlgn="base" hangingPunct="1">
        <a:spcBef>
          <a:spcPct val="0"/>
        </a:spcBef>
        <a:spcAft>
          <a:spcPct val="0"/>
        </a:spcAft>
        <a:defRPr sz="3200" b="1">
          <a:solidFill>
            <a:srgbClr val="C00000"/>
          </a:solidFill>
          <a:latin typeface="Calibri" panose="020F0502020204030204" pitchFamily="34" charset="0"/>
        </a:defRPr>
      </a:lvl7pPr>
      <a:lvl8pPr marL="1371600" algn="ctr" rtl="0" eaLnBrk="1" fontAlgn="base" hangingPunct="1">
        <a:spcBef>
          <a:spcPct val="0"/>
        </a:spcBef>
        <a:spcAft>
          <a:spcPct val="0"/>
        </a:spcAft>
        <a:defRPr sz="3200" b="1">
          <a:solidFill>
            <a:srgbClr val="C00000"/>
          </a:solidFill>
          <a:latin typeface="Calibri" panose="020F0502020204030204" pitchFamily="34" charset="0"/>
        </a:defRPr>
      </a:lvl8pPr>
      <a:lvl9pPr marL="1828800" algn="ctr" rtl="0" eaLnBrk="1" fontAlgn="base" hangingPunct="1">
        <a:spcBef>
          <a:spcPct val="0"/>
        </a:spcBef>
        <a:spcAft>
          <a:spcPct val="0"/>
        </a:spcAft>
        <a:defRPr sz="3200" b="1">
          <a:solidFill>
            <a:srgbClr val="C00000"/>
          </a:solidFill>
          <a:latin typeface="Calibri" panose="020F0502020204030204" pitchFamily="34" charset="0"/>
        </a:defRPr>
      </a:lvl9pPr>
    </p:titleStyle>
    <p:bodyStyle>
      <a:lvl1pPr marL="342900" indent="-342900" algn="l" rtl="0" eaLnBrk="1" fontAlgn="base" hangingPunct="1">
        <a:spcBef>
          <a:spcPct val="20000"/>
        </a:spcBef>
        <a:spcAft>
          <a:spcPct val="0"/>
        </a:spcAft>
        <a:buClr>
          <a:srgbClr val="C00000"/>
        </a:buClr>
        <a:buSzPct val="150000"/>
        <a:buFont typeface="Arial" panose="020B0604020202020204" pitchFamily="34" charset="0"/>
        <a:buChar char="•"/>
        <a:defRPr sz="1600" b="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C00000"/>
        </a:buClr>
        <a:buFont typeface="Courier New" panose="02070309020205020404" pitchFamily="49" charset="0"/>
        <a:buChar char="o"/>
        <a:defRPr sz="16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C00000"/>
        </a:buClr>
        <a:buFont typeface="Wingdings" panose="05000000000000000000" pitchFamily="2" charset="2"/>
        <a:buChar char="§"/>
        <a:defRPr sz="1600" kern="1200">
          <a:solidFill>
            <a:schemeClr val="tx1"/>
          </a:solidFill>
          <a:latin typeface="+mn-lt"/>
          <a:ea typeface="+mn-ea"/>
          <a:cs typeface="+mn-cs"/>
        </a:defRPr>
      </a:lvl3pPr>
      <a:lvl4pPr marL="1600200" indent="-228600" algn="l" rtl="0" eaLnBrk="1" fontAlgn="base" hangingPunct="1">
        <a:spcBef>
          <a:spcPct val="20000"/>
        </a:spcBef>
        <a:spcAft>
          <a:spcPct val="0"/>
        </a:spcAft>
        <a:buClr>
          <a:srgbClr val="C00000"/>
        </a:buClr>
        <a:buSzPct val="70000"/>
        <a:buFont typeface="Wingdings" panose="05000000000000000000" pitchFamily="2" charset="2"/>
        <a:buChar char="q"/>
        <a:defRPr sz="1600" kern="1200">
          <a:solidFill>
            <a:schemeClr val="tx1"/>
          </a:solidFill>
          <a:latin typeface="+mn-lt"/>
          <a:ea typeface="+mn-ea"/>
          <a:cs typeface="+mn-cs"/>
        </a:defRPr>
      </a:lvl4pPr>
      <a:lvl5pPr marL="2057400" indent="-228600" algn="l" rtl="0" eaLnBrk="1" fontAlgn="base" hangingPunct="1">
        <a:spcBef>
          <a:spcPct val="20000"/>
        </a:spcBef>
        <a:spcAft>
          <a:spcPct val="0"/>
        </a:spcAft>
        <a:buClr>
          <a:srgbClr val="C00000"/>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3" name="Title 3">
            <a:extLst>
              <a:ext uri="{FF2B5EF4-FFF2-40B4-BE49-F238E27FC236}">
                <a16:creationId xmlns:a16="http://schemas.microsoft.com/office/drawing/2014/main" id="{6468D6F9-932A-42D5-864C-4F101645F66D}"/>
              </a:ext>
            </a:extLst>
          </p:cNvPr>
          <p:cNvSpPr>
            <a:spLocks noGrp="1"/>
          </p:cNvSpPr>
          <p:nvPr/>
        </p:nvSpPr>
        <p:spPr>
          <a:xfrm>
            <a:off x="983308" y="1332349"/>
            <a:ext cx="7180529" cy="5064531"/>
          </a:xfrm>
          <a:prstGeom prst="rect">
            <a:avLst/>
          </a:prstGeom>
        </p:spPr>
        <p:txBody>
          <a:bodyPr vert="horz" lIns="68580" tIns="34290" rIns="68580" bIns="34290" rtlCol="0" anchor="ctr">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IN" sz="1400" b="1">
                <a:solidFill>
                  <a:schemeClr val="tx2"/>
                </a:solidFill>
              </a:rPr>
              <a:t>[</a:t>
            </a:r>
            <a:r>
              <a:rPr lang="en-IN" sz="1400">
                <a:solidFill>
                  <a:schemeClr val="tx2"/>
                </a:solidFill>
                <a:ea typeface="+mj-lt"/>
                <a:cs typeface="+mj-lt"/>
              </a:rPr>
              <a:t>Abusive Comments Detection on Social Media Platforms Using NLP with BERT and Transfer Learning</a:t>
            </a:r>
            <a:r>
              <a:rPr lang="en-IN" sz="1400" b="1">
                <a:solidFill>
                  <a:schemeClr val="tx2"/>
                </a:solidFill>
              </a:rPr>
              <a:t>]</a:t>
            </a:r>
            <a:endParaRPr lang="en-IN" sz="1400" dirty="0">
              <a:solidFill>
                <a:schemeClr val="tx2"/>
              </a:solidFill>
            </a:endParaRPr>
          </a:p>
          <a:p>
            <a:endParaRPr lang="en-IN" sz="1400" dirty="0">
              <a:solidFill>
                <a:schemeClr val="tx2"/>
              </a:solidFill>
            </a:endParaRPr>
          </a:p>
          <a:p>
            <a:r>
              <a:rPr lang="en-US" sz="1400" dirty="0">
                <a:solidFill>
                  <a:schemeClr val="tx2"/>
                </a:solidFill>
              </a:rPr>
              <a:t>Project Presentation Submitted </a:t>
            </a:r>
          </a:p>
          <a:p>
            <a:endParaRPr lang="en-IN" sz="1400" dirty="0">
              <a:solidFill>
                <a:schemeClr val="tx2"/>
              </a:solidFill>
            </a:endParaRPr>
          </a:p>
          <a:p>
            <a:r>
              <a:rPr lang="en-IN" sz="1400" dirty="0">
                <a:solidFill>
                  <a:schemeClr val="tx2"/>
                </a:solidFill>
              </a:rPr>
              <a:t>To</a:t>
            </a:r>
          </a:p>
          <a:p>
            <a:endParaRPr lang="en-IN" sz="1400" dirty="0">
              <a:solidFill>
                <a:schemeClr val="tx2"/>
              </a:solidFill>
            </a:endParaRPr>
          </a:p>
          <a:p>
            <a:r>
              <a:rPr lang="en-IN" sz="1400" dirty="0">
                <a:solidFill>
                  <a:schemeClr val="tx2"/>
                </a:solidFill>
              </a:rPr>
              <a:t>Dr. D. Y. Patil Vidyapeeth, Centre For Online Learning, Pune</a:t>
            </a:r>
          </a:p>
          <a:p>
            <a:endParaRPr lang="en-US" sz="1400" b="1" dirty="0">
              <a:solidFill>
                <a:schemeClr val="tx2"/>
              </a:solidFill>
            </a:endParaRPr>
          </a:p>
          <a:p>
            <a:r>
              <a:rPr lang="en-US" sz="1400" b="1" dirty="0">
                <a:solidFill>
                  <a:schemeClr val="tx2"/>
                </a:solidFill>
              </a:rPr>
              <a:t>Submitted By:</a:t>
            </a:r>
          </a:p>
          <a:p>
            <a:endParaRPr lang="en-US" sz="1400" b="1" dirty="0">
              <a:solidFill>
                <a:schemeClr val="tx2"/>
              </a:solidFill>
            </a:endParaRPr>
          </a:p>
          <a:p>
            <a:r>
              <a:rPr lang="en-US" sz="1400" b="1" dirty="0">
                <a:solidFill>
                  <a:schemeClr val="tx2"/>
                </a:solidFill>
              </a:rPr>
              <a:t>Name:</a:t>
            </a:r>
            <a:r>
              <a:rPr lang="en-US" sz="1400">
                <a:solidFill>
                  <a:schemeClr val="tx2"/>
                </a:solidFill>
              </a:rPr>
              <a:t> [SHUBHAM CHAUDHARY]</a:t>
            </a:r>
            <a:endParaRPr lang="en-US" sz="1400" dirty="0">
              <a:solidFill>
                <a:schemeClr val="tx2"/>
              </a:solidFill>
            </a:endParaRPr>
          </a:p>
          <a:p>
            <a:br>
              <a:rPr lang="en-US" sz="1400" dirty="0"/>
            </a:br>
            <a:r>
              <a:rPr lang="en-US" sz="1400" b="1" dirty="0">
                <a:solidFill>
                  <a:schemeClr val="tx2"/>
                </a:solidFill>
              </a:rPr>
              <a:t>ERP ID:</a:t>
            </a:r>
            <a:r>
              <a:rPr lang="en-US" sz="1400">
                <a:solidFill>
                  <a:schemeClr val="tx2"/>
                </a:solidFill>
              </a:rPr>
              <a:t> [</a:t>
            </a:r>
            <a:r>
              <a:rPr lang="en-US" sz="1400">
                <a:solidFill>
                  <a:schemeClr val="tx2"/>
                </a:solidFill>
                <a:ea typeface="+mj-lt"/>
                <a:cs typeface="+mj-lt"/>
              </a:rPr>
              <a:t>241111543</a:t>
            </a:r>
            <a:r>
              <a:rPr lang="en-US" sz="1400">
                <a:solidFill>
                  <a:schemeClr val="tx2"/>
                </a:solidFill>
              </a:rPr>
              <a:t>]</a:t>
            </a:r>
            <a:endParaRPr lang="en-US" sz="1400" dirty="0">
              <a:solidFill>
                <a:schemeClr val="tx2"/>
              </a:solidFill>
            </a:endParaRPr>
          </a:p>
          <a:p>
            <a:br>
              <a:rPr lang="en-US" sz="1400" dirty="0"/>
            </a:br>
            <a:r>
              <a:rPr lang="en-US" sz="1400" b="1" dirty="0">
                <a:solidFill>
                  <a:schemeClr val="tx2"/>
                </a:solidFill>
              </a:rPr>
              <a:t>PRN No.:</a:t>
            </a:r>
            <a:r>
              <a:rPr lang="en-US" sz="1400">
                <a:solidFill>
                  <a:schemeClr val="tx2"/>
                </a:solidFill>
              </a:rPr>
              <a:t> [</a:t>
            </a:r>
            <a:r>
              <a:rPr lang="en-US" sz="1400">
                <a:solidFill>
                  <a:schemeClr val="tx2"/>
                </a:solidFill>
                <a:ea typeface="+mj-lt"/>
                <a:cs typeface="+mj-lt"/>
              </a:rPr>
              <a:t>2405020015468</a:t>
            </a:r>
            <a:r>
              <a:rPr lang="en-US" sz="1400">
                <a:solidFill>
                  <a:schemeClr val="tx2"/>
                </a:solidFill>
              </a:rPr>
              <a:t>]</a:t>
            </a:r>
            <a:endParaRPr lang="en-US" sz="1400" dirty="0">
              <a:solidFill>
                <a:schemeClr val="tx2"/>
              </a:solidFill>
            </a:endParaRPr>
          </a:p>
          <a:p>
            <a:endParaRPr lang="en-IN" sz="1400" dirty="0">
              <a:solidFill>
                <a:schemeClr val="tx2"/>
              </a:solidFill>
            </a:endParaRPr>
          </a:p>
          <a:p>
            <a:r>
              <a:rPr lang="en-US" sz="1400" b="1" dirty="0">
                <a:solidFill>
                  <a:schemeClr val="tx2"/>
                </a:solidFill>
              </a:rPr>
              <a:t>Under the Guidance of</a:t>
            </a:r>
          </a:p>
          <a:p>
            <a:endParaRPr lang="en-US" sz="1400" b="1" dirty="0">
              <a:solidFill>
                <a:schemeClr val="tx2"/>
              </a:solidFill>
            </a:endParaRPr>
          </a:p>
          <a:p>
            <a:r>
              <a:rPr lang="en-US" sz="1400" b="1">
                <a:solidFill>
                  <a:schemeClr val="tx2"/>
                </a:solidFill>
              </a:rPr>
              <a:t>[Vikas </a:t>
            </a:r>
            <a:r>
              <a:rPr lang="en-US" sz="1400">
                <a:solidFill>
                  <a:schemeClr val="tx2"/>
                </a:solidFill>
                <a:ea typeface="+mj-lt"/>
                <a:cs typeface="+mj-lt"/>
              </a:rPr>
              <a:t>Kumar Atray</a:t>
            </a:r>
            <a:r>
              <a:rPr lang="en-US" sz="1400" b="1">
                <a:solidFill>
                  <a:schemeClr val="tx2"/>
                </a:solidFill>
              </a:rPr>
              <a:t>]</a:t>
            </a:r>
            <a:endParaRPr lang="en-US" sz="1400" b="1" dirty="0">
              <a:solidFill>
                <a:schemeClr val="tx2"/>
              </a:solidFill>
            </a:endParaRPr>
          </a:p>
          <a:p>
            <a:br>
              <a:rPr lang="en-US" sz="1400" dirty="0"/>
            </a:br>
            <a:r>
              <a:rPr lang="en-US" sz="1400" b="1">
                <a:solidFill>
                  <a:schemeClr val="tx2"/>
                </a:solidFill>
              </a:rPr>
              <a:t>[</a:t>
            </a:r>
            <a:r>
              <a:rPr lang="en-US" sz="1400">
                <a:solidFill>
                  <a:schemeClr val="tx2"/>
                </a:solidFill>
                <a:ea typeface="+mj-lt"/>
                <a:cs typeface="+mj-lt"/>
              </a:rPr>
              <a:t>MBA in AI&amp;ML</a:t>
            </a:r>
            <a:r>
              <a:rPr lang="en-US" sz="1400" b="1">
                <a:solidFill>
                  <a:schemeClr val="tx2"/>
                </a:solidFill>
              </a:rPr>
              <a:t>]</a:t>
            </a:r>
            <a:endParaRPr lang="en-US" sz="1400" b="1" dirty="0">
              <a:solidFill>
                <a:schemeClr val="tx2"/>
              </a:solidFill>
            </a:endParaRPr>
          </a:p>
          <a:p>
            <a:br>
              <a:rPr lang="en-US" sz="1400" dirty="0"/>
            </a:br>
            <a:r>
              <a:rPr lang="en-US" sz="1400" b="1" dirty="0">
                <a:solidFill>
                  <a:schemeClr val="tx2"/>
                </a:solidFill>
              </a:rPr>
              <a:t>Dr. D. Y. Patil Vidyapeeth, Centre for Online Learning, Pune</a:t>
            </a:r>
            <a:endParaRPr lang="en-US" sz="1400" dirty="0">
              <a:solidFill>
                <a:schemeClr val="tx2"/>
              </a:solidFill>
            </a:endParaRPr>
          </a:p>
          <a:p>
            <a:endParaRPr lang="en-IN" sz="1400" dirty="0">
              <a:solidFill>
                <a:schemeClr val="tx2"/>
              </a:solidFill>
            </a:endParaRPr>
          </a:p>
          <a:p>
            <a:endParaRPr lang="en-IN" sz="1400" dirty="0">
              <a:solidFill>
                <a:schemeClr val="tx2"/>
              </a:solidFill>
            </a:endParaRPr>
          </a:p>
          <a:p>
            <a:r>
              <a:rPr lang="en-IN" sz="1400" b="1">
                <a:solidFill>
                  <a:schemeClr val="tx2"/>
                </a:solidFill>
              </a:rPr>
              <a:t>2024-2026</a:t>
            </a:r>
            <a:endParaRPr lang="en-IN" sz="1400" dirty="0">
              <a:solidFill>
                <a:schemeClr val="tx2"/>
              </a:solidFill>
            </a:endParaRPr>
          </a:p>
          <a:p>
            <a:endParaRPr lang="en-IN" sz="3375" b="1" dirty="0">
              <a:solidFill>
                <a:schemeClr val="bg1"/>
              </a:solidFill>
              <a:latin typeface="Montserrat Medium" panose="000006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77086F-4963-401C-8024-DC384E4789E5}"/>
              </a:ext>
            </a:extLst>
          </p:cNvPr>
          <p:cNvSpPr>
            <a:spLocks noGrp="1"/>
          </p:cNvSpPr>
          <p:nvPr>
            <p:ph type="sldNum" sz="quarter" idx="12"/>
          </p:nvPr>
        </p:nvSpPr>
        <p:spPr/>
        <p:txBody>
          <a:bodyPr/>
          <a:lstStyle/>
          <a:p>
            <a:fld id="{8725687D-C4BB-4170-8738-C54F5060FC5B}" type="slidenum">
              <a:rPr lang="en-IN" smtClean="0"/>
              <a:pPr/>
              <a:t>2</a:t>
            </a:fld>
            <a:endParaRPr lang="en-IN" dirty="0"/>
          </a:p>
        </p:txBody>
      </p:sp>
      <p:sp>
        <p:nvSpPr>
          <p:cNvPr id="14" name="Content Placeholder 13">
            <a:extLst>
              <a:ext uri="{FF2B5EF4-FFF2-40B4-BE49-F238E27FC236}">
                <a16:creationId xmlns:a16="http://schemas.microsoft.com/office/drawing/2014/main" id="{D0033AB6-B4C3-497A-B3BB-FCF97A890914}"/>
              </a:ext>
            </a:extLst>
          </p:cNvPr>
          <p:cNvSpPr>
            <a:spLocks noGrp="1"/>
          </p:cNvSpPr>
          <p:nvPr>
            <p:ph sz="quarter" idx="15"/>
          </p:nvPr>
        </p:nvSpPr>
        <p:spPr>
          <a:xfrm>
            <a:off x="792000" y="1183162"/>
            <a:ext cx="7560000" cy="4210088"/>
          </a:xfrm>
        </p:spPr>
        <p:txBody>
          <a:bodyPr vert="horz" wrap="square" lIns="68580" tIns="34290" rIns="68580" bIns="34290" numCol="1" anchor="ctr" anchorCtr="0" compatLnSpc="1">
            <a:prstTxWarp prst="textNoShape">
              <a:avLst/>
            </a:prstTxWarp>
            <a:normAutofit/>
          </a:bodyPr>
          <a:lstStyle/>
          <a:p>
            <a:pPr algn="just"/>
            <a:r>
              <a:rPr lang="en-US">
                <a:ea typeface="+mn-lt"/>
                <a:cs typeface="+mn-lt"/>
              </a:rPr>
              <a:t>The Big Picture: Social media connects the world, but it also creates a breeding ground for cyberbullying and toxic behavior.</a:t>
            </a:r>
            <a:endParaRPr lang="en-US"/>
          </a:p>
          <a:p>
            <a:pPr algn="just"/>
            <a:endParaRPr lang="en-US"/>
          </a:p>
          <a:p>
            <a:pPr algn="just"/>
            <a:r>
              <a:rPr lang="en-US">
                <a:ea typeface="+mn-lt"/>
                <a:cs typeface="+mn-lt"/>
              </a:rPr>
              <a:t>The Tech Evolution: Older AI tools just look for "bad words," which means they miss the actual context. We are shifting to Transformer models (like BERT) because they understand how words relate to each other in a sentence.</a:t>
            </a:r>
            <a:endParaRPr lang="en-US"/>
          </a:p>
          <a:p>
            <a:pPr algn="just"/>
            <a:endParaRPr lang="en-US"/>
          </a:p>
          <a:p>
            <a:pPr algn="just"/>
            <a:r>
              <a:rPr lang="en-US">
                <a:ea typeface="+mn-lt"/>
                <a:cs typeface="+mn-lt"/>
              </a:rPr>
              <a:t>The Real Challenge: It is incredibly tough for machines to catch sarcasm, passive-aggressiveness, or mixed languages like "Hinglish."</a:t>
            </a:r>
            <a:endParaRPr lang="en-US"/>
          </a:p>
          <a:p>
            <a:pPr algn="just"/>
            <a:endParaRPr lang="en-US"/>
          </a:p>
          <a:p>
            <a:pPr algn="just"/>
            <a:r>
              <a:rPr lang="en-US">
                <a:ea typeface="+mn-lt"/>
                <a:cs typeface="+mn-lt"/>
              </a:rPr>
              <a:t>Our Approach: Building a smarter, context-aware system to automatically flag and categorize this toxic behavior before it harms users.</a:t>
            </a:r>
            <a:endParaRPr lang="en-US"/>
          </a:p>
        </p:txBody>
      </p:sp>
      <p:sp>
        <p:nvSpPr>
          <p:cNvPr id="2" name="Title 1">
            <a:extLst>
              <a:ext uri="{FF2B5EF4-FFF2-40B4-BE49-F238E27FC236}">
                <a16:creationId xmlns:a16="http://schemas.microsoft.com/office/drawing/2014/main" id="{916E453C-8F12-2B3C-3B56-48D3643784B3}"/>
              </a:ext>
            </a:extLst>
          </p:cNvPr>
          <p:cNvSpPr>
            <a:spLocks noGrp="1"/>
          </p:cNvSpPr>
          <p:nvPr>
            <p:ph type="title"/>
          </p:nvPr>
        </p:nvSpPr>
        <p:spPr>
          <a:xfrm>
            <a:off x="1077938" y="580486"/>
            <a:ext cx="6984776" cy="713493"/>
          </a:xfrm>
        </p:spPr>
        <p:txBody>
          <a:bodyPr/>
          <a:lstStyle/>
          <a:p>
            <a:pPr lvl="0" algn="ctr"/>
            <a:r>
              <a:rPr lang="en-IN" dirty="0"/>
              <a:t>Introduction: </a:t>
            </a:r>
          </a:p>
        </p:txBody>
      </p:sp>
    </p:spTree>
    <p:extLst>
      <p:ext uri="{BB962C8B-B14F-4D97-AF65-F5344CB8AC3E}">
        <p14:creationId xmlns:p14="http://schemas.microsoft.com/office/powerpoint/2010/main" val="133595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77086F-4963-401C-8024-DC384E4789E5}"/>
              </a:ext>
            </a:extLst>
          </p:cNvPr>
          <p:cNvSpPr>
            <a:spLocks noGrp="1"/>
          </p:cNvSpPr>
          <p:nvPr>
            <p:ph type="sldNum" sz="quarter" idx="12"/>
          </p:nvPr>
        </p:nvSpPr>
        <p:spPr/>
        <p:txBody>
          <a:bodyPr/>
          <a:lstStyle/>
          <a:p>
            <a:fld id="{8725687D-C4BB-4170-8738-C54F5060FC5B}" type="slidenum">
              <a:rPr lang="en-IN" smtClean="0"/>
              <a:pPr/>
              <a:t>3</a:t>
            </a:fld>
            <a:endParaRPr lang="en-IN" dirty="0"/>
          </a:p>
        </p:txBody>
      </p:sp>
      <p:sp>
        <p:nvSpPr>
          <p:cNvPr id="9" name="TextBox 8">
            <a:extLst>
              <a:ext uri="{FF2B5EF4-FFF2-40B4-BE49-F238E27FC236}">
                <a16:creationId xmlns:a16="http://schemas.microsoft.com/office/drawing/2014/main" id="{61FE2826-033A-4FB5-A6BF-66F5174614E8}"/>
              </a:ext>
            </a:extLst>
          </p:cNvPr>
          <p:cNvSpPr txBox="1"/>
          <p:nvPr/>
        </p:nvSpPr>
        <p:spPr>
          <a:xfrm>
            <a:off x="814165" y="1093590"/>
            <a:ext cx="7532288" cy="4384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Autofit/>
          </a:bodyPr>
          <a:lstStyle>
            <a:defPPr>
              <a:defRPr lang="en-IN"/>
            </a:defPPr>
            <a:lvl1pPr marL="285750" indent="-285750" eaLnBrk="1" hangingPunct="1">
              <a:spcBef>
                <a:spcPts val="0"/>
              </a:spcBef>
              <a:spcAft>
                <a:spcPts val="600"/>
              </a:spcAft>
              <a:buClr>
                <a:srgbClr val="C00000"/>
              </a:buClr>
              <a:buSzPct val="150000"/>
              <a:buFont typeface="Arial" panose="020B0604020202020204" pitchFamily="34" charset="0"/>
              <a:buChar char="•"/>
              <a:defRPr sz="1600" b="0">
                <a:latin typeface="+mn-lt"/>
              </a:defRPr>
            </a:lvl1pPr>
            <a:lvl2pPr marL="742950" indent="-285750" eaLnBrk="1" hangingPunct="1">
              <a:spcBef>
                <a:spcPts val="0"/>
              </a:spcBef>
              <a:spcAft>
                <a:spcPts val="600"/>
              </a:spcAft>
              <a:buClr>
                <a:srgbClr val="C00000"/>
              </a:buClr>
              <a:buFont typeface="Courier New" panose="02070309020205020404" pitchFamily="49" charset="0"/>
              <a:buChar char="o"/>
              <a:defRPr sz="1800">
                <a:latin typeface="+mn-lt"/>
              </a:defRPr>
            </a:lvl2pPr>
            <a:lvl3pPr marL="1143000" indent="-228600" eaLnBrk="1" hangingPunct="1">
              <a:spcBef>
                <a:spcPts val="0"/>
              </a:spcBef>
              <a:spcAft>
                <a:spcPts val="600"/>
              </a:spcAft>
              <a:buClr>
                <a:srgbClr val="C00000"/>
              </a:buClr>
              <a:buFont typeface="Wingdings" panose="05000000000000000000" pitchFamily="2" charset="2"/>
              <a:buChar char="§"/>
              <a:defRPr sz="1800">
                <a:latin typeface="+mn-lt"/>
              </a:defRPr>
            </a:lvl3pPr>
            <a:lvl4pPr marL="1600200" indent="-228600" eaLnBrk="1" hangingPunct="1">
              <a:spcBef>
                <a:spcPts val="0"/>
              </a:spcBef>
              <a:spcAft>
                <a:spcPts val="600"/>
              </a:spcAft>
              <a:buClr>
                <a:srgbClr val="C00000"/>
              </a:buClr>
              <a:buSzPct val="70000"/>
              <a:buFont typeface="Wingdings" panose="05000000000000000000" pitchFamily="2" charset="2"/>
              <a:buChar char="q"/>
              <a:defRPr sz="1800">
                <a:latin typeface="+mn-lt"/>
              </a:defRPr>
            </a:lvl4pPr>
            <a:lvl5pPr marL="2057400" indent="-228600" eaLnBrk="1" hangingPunct="1">
              <a:spcBef>
                <a:spcPts val="0"/>
              </a:spcBef>
              <a:spcAft>
                <a:spcPts val="600"/>
              </a:spcAft>
              <a:buClr>
                <a:srgbClr val="C00000"/>
              </a:buClr>
              <a:buFont typeface="Arial" panose="020B0604020202020204" pitchFamily="34" charset="0"/>
              <a:buChar char="»"/>
              <a:defRPr sz="1800">
                <a:latin typeface="+mn-lt"/>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marL="257175" indent="-257175" algn="just"/>
            <a:r>
              <a:rPr lang="en-US" dirty="0">
                <a:latin typeface="Montserrat"/>
                <a:ea typeface="Calibri"/>
                <a:cs typeface="Calibri"/>
              </a:rPr>
              <a:t>What We Aim to Do: Build a "stacked" AI model combining three different versions of BERT (</a:t>
            </a:r>
            <a:r>
              <a:rPr lang="en-US" err="1">
                <a:latin typeface="Montserrat"/>
                <a:ea typeface="Calibri"/>
                <a:cs typeface="Calibri"/>
              </a:rPr>
              <a:t>mBERT</a:t>
            </a:r>
            <a:r>
              <a:rPr lang="en-US" dirty="0">
                <a:latin typeface="Montserrat"/>
                <a:ea typeface="Calibri"/>
                <a:cs typeface="Calibri"/>
              </a:rPr>
              <a:t>, </a:t>
            </a:r>
            <a:r>
              <a:rPr lang="en-US" err="1">
                <a:latin typeface="Montserrat"/>
                <a:ea typeface="Calibri"/>
                <a:cs typeface="Calibri"/>
              </a:rPr>
              <a:t>HateBERT</a:t>
            </a:r>
            <a:r>
              <a:rPr lang="en-US" dirty="0">
                <a:latin typeface="Montserrat"/>
                <a:ea typeface="Calibri"/>
                <a:cs typeface="Calibri"/>
              </a:rPr>
              <a:t>, and </a:t>
            </a:r>
            <a:r>
              <a:rPr lang="en-US" err="1">
                <a:latin typeface="Montserrat"/>
                <a:ea typeface="Calibri"/>
                <a:cs typeface="Calibri"/>
              </a:rPr>
              <a:t>IndicBERT</a:t>
            </a:r>
            <a:r>
              <a:rPr lang="en-US" dirty="0">
                <a:latin typeface="Montserrat"/>
                <a:ea typeface="Calibri"/>
                <a:cs typeface="Calibri"/>
              </a:rPr>
              <a:t>). The goal is to figure out if a comment </a:t>
            </a:r>
            <a:r>
              <a:rPr lang="en-US">
                <a:latin typeface="Montserrat"/>
                <a:ea typeface="Calibri"/>
                <a:cs typeface="Calibri"/>
              </a:rPr>
              <a:t>is abusive, and if so, what specific kind of abuse it is.</a:t>
            </a:r>
            <a:endParaRPr lang="en-US">
              <a:latin typeface="Montserrat"/>
            </a:endParaRPr>
          </a:p>
          <a:p>
            <a:pPr marL="257175" indent="-257175" algn="just"/>
            <a:endParaRPr lang="en-US" dirty="0">
              <a:latin typeface="Montserrat"/>
              <a:ea typeface="Calibri"/>
              <a:cs typeface="Calibri"/>
            </a:endParaRPr>
          </a:p>
          <a:p>
            <a:pPr marL="257175" indent="-257175" algn="just"/>
            <a:r>
              <a:rPr lang="en-US">
                <a:latin typeface="Montserrat"/>
                <a:ea typeface="Calibri"/>
                <a:cs typeface="Calibri"/>
              </a:rPr>
              <a:t>Where We Focused (Scope): We specifically looked at Hindi and code-mixed social media data using the HASOC datasets from 2019 to 2021.</a:t>
            </a:r>
            <a:endParaRPr lang="en-US" dirty="0">
              <a:latin typeface="Montserrat"/>
              <a:ea typeface="Calibri"/>
              <a:cs typeface="Calibri"/>
            </a:endParaRPr>
          </a:p>
          <a:p>
            <a:pPr marL="257175" indent="-257175" algn="just"/>
            <a:endParaRPr lang="en-US" dirty="0">
              <a:latin typeface="Montserrat"/>
              <a:ea typeface="Calibri"/>
              <a:cs typeface="Calibri"/>
            </a:endParaRPr>
          </a:p>
          <a:p>
            <a:pPr marL="257175" indent="-257175" algn="just"/>
            <a:r>
              <a:rPr lang="en-US">
                <a:latin typeface="Montserrat"/>
                <a:ea typeface="Calibri"/>
                <a:cs typeface="Calibri"/>
              </a:rPr>
              <a:t>Why It Matters (Purpose): To help digital platforms automate their content moderation, protect human reviewers from psychological trauma, and make online communities safer.</a:t>
            </a:r>
            <a:endParaRPr lang="en-US" dirty="0">
              <a:latin typeface="Montserrat"/>
              <a:ea typeface="Calibri"/>
              <a:cs typeface="Calibri"/>
            </a:endParaRPr>
          </a:p>
        </p:txBody>
      </p:sp>
      <p:sp>
        <p:nvSpPr>
          <p:cNvPr id="2" name="Title 1">
            <a:extLst>
              <a:ext uri="{FF2B5EF4-FFF2-40B4-BE49-F238E27FC236}">
                <a16:creationId xmlns:a16="http://schemas.microsoft.com/office/drawing/2014/main" id="{916E453C-8F12-2B3C-3B56-48D3643784B3}"/>
              </a:ext>
            </a:extLst>
          </p:cNvPr>
          <p:cNvSpPr>
            <a:spLocks noGrp="1"/>
          </p:cNvSpPr>
          <p:nvPr>
            <p:ph type="title"/>
          </p:nvPr>
        </p:nvSpPr>
        <p:spPr>
          <a:xfrm>
            <a:off x="1455837" y="875762"/>
            <a:ext cx="5847903" cy="576373"/>
          </a:xfrm>
        </p:spPr>
        <p:txBody>
          <a:bodyPr/>
          <a:lstStyle/>
          <a:p>
            <a:pPr lvl="0" algn="ctr"/>
            <a:r>
              <a:rPr lang="en-IN" dirty="0"/>
              <a:t>Objective, Scope, and Purpose of Study: </a:t>
            </a:r>
          </a:p>
        </p:txBody>
      </p:sp>
    </p:spTree>
    <p:extLst>
      <p:ext uri="{BB962C8B-B14F-4D97-AF65-F5344CB8AC3E}">
        <p14:creationId xmlns:p14="http://schemas.microsoft.com/office/powerpoint/2010/main" val="2507700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77086F-4963-401C-8024-DC384E4789E5}"/>
              </a:ext>
            </a:extLst>
          </p:cNvPr>
          <p:cNvSpPr>
            <a:spLocks noGrp="1"/>
          </p:cNvSpPr>
          <p:nvPr>
            <p:ph type="sldNum" sz="quarter" idx="12"/>
          </p:nvPr>
        </p:nvSpPr>
        <p:spPr/>
        <p:txBody>
          <a:bodyPr/>
          <a:lstStyle/>
          <a:p>
            <a:fld id="{8725687D-C4BB-4170-8738-C54F5060FC5B}" type="slidenum">
              <a:rPr lang="en-IN" smtClean="0"/>
              <a:pPr/>
              <a:t>4</a:t>
            </a:fld>
            <a:endParaRPr lang="en-IN" dirty="0"/>
          </a:p>
        </p:txBody>
      </p:sp>
      <p:sp>
        <p:nvSpPr>
          <p:cNvPr id="9" name="TextBox 8">
            <a:extLst>
              <a:ext uri="{FF2B5EF4-FFF2-40B4-BE49-F238E27FC236}">
                <a16:creationId xmlns:a16="http://schemas.microsoft.com/office/drawing/2014/main" id="{61FE2826-033A-4FB5-A6BF-66F5174614E8}"/>
              </a:ext>
            </a:extLst>
          </p:cNvPr>
          <p:cNvSpPr txBox="1"/>
          <p:nvPr/>
        </p:nvSpPr>
        <p:spPr>
          <a:xfrm>
            <a:off x="1478534" y="1846064"/>
            <a:ext cx="6460725" cy="2662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Autofit/>
          </a:bodyPr>
          <a:lstStyle>
            <a:defPPr>
              <a:defRPr lang="en-IN"/>
            </a:defPPr>
            <a:lvl1pPr marL="285750" indent="-285750" eaLnBrk="1" hangingPunct="1">
              <a:spcBef>
                <a:spcPts val="0"/>
              </a:spcBef>
              <a:spcAft>
                <a:spcPts val="600"/>
              </a:spcAft>
              <a:buClr>
                <a:srgbClr val="C00000"/>
              </a:buClr>
              <a:buSzPct val="150000"/>
              <a:buFont typeface="Arial" panose="020B0604020202020204" pitchFamily="34" charset="0"/>
              <a:buChar char="•"/>
              <a:defRPr sz="1600" b="0">
                <a:latin typeface="+mn-lt"/>
              </a:defRPr>
            </a:lvl1pPr>
            <a:lvl2pPr marL="742950" indent="-285750" eaLnBrk="1" hangingPunct="1">
              <a:spcBef>
                <a:spcPts val="0"/>
              </a:spcBef>
              <a:spcAft>
                <a:spcPts val="600"/>
              </a:spcAft>
              <a:buClr>
                <a:srgbClr val="C00000"/>
              </a:buClr>
              <a:buFont typeface="Courier New" panose="02070309020205020404" pitchFamily="49" charset="0"/>
              <a:buChar char="o"/>
              <a:defRPr sz="1800">
                <a:latin typeface="+mn-lt"/>
              </a:defRPr>
            </a:lvl2pPr>
            <a:lvl3pPr marL="1143000" indent="-228600" eaLnBrk="1" hangingPunct="1">
              <a:spcBef>
                <a:spcPts val="0"/>
              </a:spcBef>
              <a:spcAft>
                <a:spcPts val="600"/>
              </a:spcAft>
              <a:buClr>
                <a:srgbClr val="C00000"/>
              </a:buClr>
              <a:buFont typeface="Wingdings" panose="05000000000000000000" pitchFamily="2" charset="2"/>
              <a:buChar char="§"/>
              <a:defRPr sz="1800">
                <a:latin typeface="+mn-lt"/>
              </a:defRPr>
            </a:lvl3pPr>
            <a:lvl4pPr marL="1600200" indent="-228600" eaLnBrk="1" hangingPunct="1">
              <a:spcBef>
                <a:spcPts val="0"/>
              </a:spcBef>
              <a:spcAft>
                <a:spcPts val="600"/>
              </a:spcAft>
              <a:buClr>
                <a:srgbClr val="C00000"/>
              </a:buClr>
              <a:buSzPct val="70000"/>
              <a:buFont typeface="Wingdings" panose="05000000000000000000" pitchFamily="2" charset="2"/>
              <a:buChar char="q"/>
              <a:defRPr sz="1800">
                <a:latin typeface="+mn-lt"/>
              </a:defRPr>
            </a:lvl4pPr>
            <a:lvl5pPr marL="2057400" indent="-228600" eaLnBrk="1" hangingPunct="1">
              <a:spcBef>
                <a:spcPts val="0"/>
              </a:spcBef>
              <a:spcAft>
                <a:spcPts val="600"/>
              </a:spcAft>
              <a:buClr>
                <a:srgbClr val="C00000"/>
              </a:buClr>
              <a:buFont typeface="Arial" panose="020B0604020202020204" pitchFamily="34" charset="0"/>
              <a:buChar char="»"/>
              <a:defRPr sz="1800">
                <a:latin typeface="+mn-lt"/>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algn="just">
              <a:lnSpc>
                <a:spcPct val="200000"/>
              </a:lnSpc>
            </a:pPr>
            <a:r>
              <a:rPr lang="en-US"/>
              <a:t>Research Papers used for study : 25</a:t>
            </a:r>
            <a:endParaRPr lang="en-US" dirty="0"/>
          </a:p>
          <a:p>
            <a:pPr algn="just">
              <a:lnSpc>
                <a:spcPct val="200000"/>
              </a:lnSpc>
            </a:pPr>
            <a:r>
              <a:rPr lang="en-US" dirty="0"/>
              <a:t>Published articles in Newspapers, Journal and web sites : 11</a:t>
            </a:r>
          </a:p>
          <a:p>
            <a:pPr algn="just">
              <a:lnSpc>
                <a:spcPct val="200000"/>
              </a:lnSpc>
            </a:pPr>
            <a:r>
              <a:rPr lang="en-US"/>
              <a:t>Books : 2</a:t>
            </a:r>
            <a:endParaRPr lang="en-US" dirty="0"/>
          </a:p>
          <a:p>
            <a:pPr algn="just">
              <a:lnSpc>
                <a:spcPct val="200000"/>
              </a:lnSpc>
            </a:pPr>
            <a:r>
              <a:rPr lang="en-US" dirty="0"/>
              <a:t>Company web sites : </a:t>
            </a:r>
            <a:r>
              <a:rPr lang="en-US" dirty="0">
                <a:ea typeface="+mn-lt"/>
                <a:cs typeface="+mn-lt"/>
              </a:rPr>
              <a:t>1 (</a:t>
            </a:r>
            <a:r>
              <a:rPr lang="en-US" dirty="0" err="1">
                <a:ea typeface="+mn-lt"/>
                <a:cs typeface="+mn-lt"/>
              </a:rPr>
              <a:t>FirstSiteGuide</a:t>
            </a:r>
            <a:r>
              <a:rPr lang="en-US" dirty="0">
                <a:ea typeface="+mn-lt"/>
                <a:cs typeface="+mn-lt"/>
              </a:rPr>
              <a:t> cyberbullying statistics)</a:t>
            </a:r>
          </a:p>
          <a:p>
            <a:pPr algn="just">
              <a:lnSpc>
                <a:spcPct val="200000"/>
              </a:lnSpc>
            </a:pPr>
            <a:r>
              <a:rPr lang="en-US"/>
              <a:t>Study reports : 25</a:t>
            </a:r>
          </a:p>
          <a:p>
            <a:pPr marL="0" indent="0">
              <a:buNone/>
            </a:pPr>
            <a:r>
              <a:rPr lang="en-US" sz="1200" dirty="0"/>
              <a:t> </a:t>
            </a:r>
          </a:p>
        </p:txBody>
      </p:sp>
      <p:sp>
        <p:nvSpPr>
          <p:cNvPr id="2" name="Title 1">
            <a:extLst>
              <a:ext uri="{FF2B5EF4-FFF2-40B4-BE49-F238E27FC236}">
                <a16:creationId xmlns:a16="http://schemas.microsoft.com/office/drawing/2014/main" id="{916E453C-8F12-2B3C-3B56-48D3643784B3}"/>
              </a:ext>
            </a:extLst>
          </p:cNvPr>
          <p:cNvSpPr>
            <a:spLocks noGrp="1"/>
          </p:cNvSpPr>
          <p:nvPr>
            <p:ph type="title"/>
          </p:nvPr>
        </p:nvSpPr>
        <p:spPr>
          <a:xfrm>
            <a:off x="2194025" y="968631"/>
            <a:ext cx="4752528" cy="443023"/>
          </a:xfrm>
        </p:spPr>
        <p:txBody>
          <a:bodyPr/>
          <a:lstStyle/>
          <a:p>
            <a:pPr lvl="0" algn="ctr"/>
            <a:r>
              <a:rPr lang="en-IN" dirty="0"/>
              <a:t>Literature Review </a:t>
            </a:r>
          </a:p>
        </p:txBody>
      </p:sp>
    </p:spTree>
    <p:extLst>
      <p:ext uri="{BB962C8B-B14F-4D97-AF65-F5344CB8AC3E}">
        <p14:creationId xmlns:p14="http://schemas.microsoft.com/office/powerpoint/2010/main" val="1682650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77086F-4963-401C-8024-DC384E4789E5}"/>
              </a:ext>
            </a:extLst>
          </p:cNvPr>
          <p:cNvSpPr>
            <a:spLocks noGrp="1"/>
          </p:cNvSpPr>
          <p:nvPr>
            <p:ph type="sldNum" sz="quarter" idx="12"/>
          </p:nvPr>
        </p:nvSpPr>
        <p:spPr/>
        <p:txBody>
          <a:bodyPr/>
          <a:lstStyle/>
          <a:p>
            <a:fld id="{8725687D-C4BB-4170-8738-C54F5060FC5B}" type="slidenum">
              <a:rPr lang="en-IN" smtClean="0"/>
              <a:pPr/>
              <a:t>5</a:t>
            </a:fld>
            <a:endParaRPr lang="en-IN" dirty="0"/>
          </a:p>
        </p:txBody>
      </p:sp>
      <p:sp>
        <p:nvSpPr>
          <p:cNvPr id="9" name="TextBox 8">
            <a:extLst>
              <a:ext uri="{FF2B5EF4-FFF2-40B4-BE49-F238E27FC236}">
                <a16:creationId xmlns:a16="http://schemas.microsoft.com/office/drawing/2014/main" id="{61FE2826-033A-4FB5-A6BF-66F5174614E8}"/>
              </a:ext>
            </a:extLst>
          </p:cNvPr>
          <p:cNvSpPr txBox="1"/>
          <p:nvPr/>
        </p:nvSpPr>
        <p:spPr>
          <a:xfrm>
            <a:off x="1064197" y="1229321"/>
            <a:ext cx="6939356" cy="4120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Autofit/>
          </a:bodyPr>
          <a:lstStyle>
            <a:defPPr>
              <a:defRPr lang="en-IN"/>
            </a:defPPr>
            <a:lvl1pPr marL="285750" indent="-285750" eaLnBrk="1" hangingPunct="1">
              <a:spcBef>
                <a:spcPts val="0"/>
              </a:spcBef>
              <a:spcAft>
                <a:spcPts val="600"/>
              </a:spcAft>
              <a:buClr>
                <a:srgbClr val="C00000"/>
              </a:buClr>
              <a:buSzPct val="150000"/>
              <a:buFont typeface="Arial" panose="020B0604020202020204" pitchFamily="34" charset="0"/>
              <a:buChar char="•"/>
              <a:defRPr sz="1600" b="0">
                <a:latin typeface="+mn-lt"/>
              </a:defRPr>
            </a:lvl1pPr>
            <a:lvl2pPr marL="742950" indent="-285750" eaLnBrk="1" hangingPunct="1">
              <a:spcBef>
                <a:spcPts val="0"/>
              </a:spcBef>
              <a:spcAft>
                <a:spcPts val="600"/>
              </a:spcAft>
              <a:buClr>
                <a:srgbClr val="C00000"/>
              </a:buClr>
              <a:buFont typeface="Courier New" panose="02070309020205020404" pitchFamily="49" charset="0"/>
              <a:buChar char="o"/>
              <a:defRPr sz="1800">
                <a:latin typeface="+mn-lt"/>
              </a:defRPr>
            </a:lvl2pPr>
            <a:lvl3pPr marL="1143000" indent="-228600" eaLnBrk="1" hangingPunct="1">
              <a:spcBef>
                <a:spcPts val="0"/>
              </a:spcBef>
              <a:spcAft>
                <a:spcPts val="600"/>
              </a:spcAft>
              <a:buClr>
                <a:srgbClr val="C00000"/>
              </a:buClr>
              <a:buFont typeface="Wingdings" panose="05000000000000000000" pitchFamily="2" charset="2"/>
              <a:buChar char="§"/>
              <a:defRPr sz="1800">
                <a:latin typeface="+mn-lt"/>
              </a:defRPr>
            </a:lvl3pPr>
            <a:lvl4pPr marL="1600200" indent="-228600" eaLnBrk="1" hangingPunct="1">
              <a:spcBef>
                <a:spcPts val="0"/>
              </a:spcBef>
              <a:spcAft>
                <a:spcPts val="600"/>
              </a:spcAft>
              <a:buClr>
                <a:srgbClr val="C00000"/>
              </a:buClr>
              <a:buSzPct val="70000"/>
              <a:buFont typeface="Wingdings" panose="05000000000000000000" pitchFamily="2" charset="2"/>
              <a:buChar char="q"/>
              <a:defRPr sz="1800">
                <a:latin typeface="+mn-lt"/>
              </a:defRPr>
            </a:lvl4pPr>
            <a:lvl5pPr marL="2057400" indent="-228600" eaLnBrk="1" hangingPunct="1">
              <a:spcBef>
                <a:spcPts val="0"/>
              </a:spcBef>
              <a:spcAft>
                <a:spcPts val="600"/>
              </a:spcAft>
              <a:buClr>
                <a:srgbClr val="C00000"/>
              </a:buClr>
              <a:buFont typeface="Arial" panose="020B0604020202020204" pitchFamily="34" charset="0"/>
              <a:buChar char="»"/>
              <a:defRPr sz="1800">
                <a:latin typeface="+mn-lt"/>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algn="just"/>
            <a:r>
              <a:rPr lang="en-US">
                <a:ea typeface="+mn-lt"/>
                <a:cs typeface="+mn-lt"/>
              </a:rPr>
              <a:t>How We Built It: We designed a "Stacked Ensemble." Instead of relying on just one AI, we let three distinct BERT models work together as a team.</a:t>
            </a:r>
            <a:endParaRPr lang="en-US" dirty="0"/>
          </a:p>
          <a:p>
            <a:pPr algn="just"/>
            <a:endParaRPr lang="en-US" dirty="0"/>
          </a:p>
          <a:p>
            <a:pPr algn="just"/>
            <a:r>
              <a:rPr lang="en-US">
                <a:ea typeface="+mn-lt"/>
                <a:cs typeface="+mn-lt"/>
              </a:rPr>
              <a:t>Cleaning the Data: First, we scrubbed out the internet noise—like URLs, hashtags, and @mentions. Then, we used sub-word tokenization to help the AI read misspelled slang.</a:t>
            </a:r>
            <a:endParaRPr lang="en-US" dirty="0"/>
          </a:p>
          <a:p>
            <a:pPr algn="just"/>
            <a:endParaRPr lang="en-US" dirty="0"/>
          </a:p>
          <a:p>
            <a:pPr algn="just"/>
            <a:r>
              <a:rPr lang="en-US" dirty="0">
                <a:ea typeface="+mn-lt"/>
                <a:cs typeface="+mn-lt"/>
              </a:rPr>
              <a:t>The Decision Maker: The three BERT models process the text and give their opinions. A 'Random Forest' algorithm then acts as the manager, weighing their inputs to make the final, highly accurate decision.</a:t>
            </a:r>
            <a:endParaRPr lang="en-US" dirty="0"/>
          </a:p>
        </p:txBody>
      </p:sp>
      <p:sp>
        <p:nvSpPr>
          <p:cNvPr id="2" name="Title 1">
            <a:extLst>
              <a:ext uri="{FF2B5EF4-FFF2-40B4-BE49-F238E27FC236}">
                <a16:creationId xmlns:a16="http://schemas.microsoft.com/office/drawing/2014/main" id="{916E453C-8F12-2B3C-3B56-48D3643784B3}"/>
              </a:ext>
            </a:extLst>
          </p:cNvPr>
          <p:cNvSpPr>
            <a:spLocks noGrp="1"/>
          </p:cNvSpPr>
          <p:nvPr>
            <p:ph type="title"/>
          </p:nvPr>
        </p:nvSpPr>
        <p:spPr>
          <a:xfrm>
            <a:off x="2194025" y="1001968"/>
            <a:ext cx="4752528" cy="443023"/>
          </a:xfrm>
        </p:spPr>
        <p:txBody>
          <a:bodyPr/>
          <a:lstStyle/>
          <a:p>
            <a:pPr lvl="0" algn="ctr"/>
            <a:r>
              <a:rPr lang="en-IN" dirty="0"/>
              <a:t>Research Methodology</a:t>
            </a:r>
          </a:p>
        </p:txBody>
      </p:sp>
    </p:spTree>
    <p:extLst>
      <p:ext uri="{BB962C8B-B14F-4D97-AF65-F5344CB8AC3E}">
        <p14:creationId xmlns:p14="http://schemas.microsoft.com/office/powerpoint/2010/main" val="1156039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77086F-4963-401C-8024-DC384E4789E5}"/>
              </a:ext>
            </a:extLst>
          </p:cNvPr>
          <p:cNvSpPr>
            <a:spLocks noGrp="1"/>
          </p:cNvSpPr>
          <p:nvPr>
            <p:ph type="sldNum" sz="quarter" idx="12"/>
          </p:nvPr>
        </p:nvSpPr>
        <p:spPr/>
        <p:txBody>
          <a:bodyPr/>
          <a:lstStyle/>
          <a:p>
            <a:fld id="{8725687D-C4BB-4170-8738-C54F5060FC5B}" type="slidenum">
              <a:rPr lang="en-IN" smtClean="0"/>
              <a:pPr/>
              <a:t>6</a:t>
            </a:fld>
            <a:endParaRPr lang="en-IN" dirty="0"/>
          </a:p>
        </p:txBody>
      </p:sp>
      <p:sp>
        <p:nvSpPr>
          <p:cNvPr id="9" name="TextBox 8">
            <a:extLst>
              <a:ext uri="{FF2B5EF4-FFF2-40B4-BE49-F238E27FC236}">
                <a16:creationId xmlns:a16="http://schemas.microsoft.com/office/drawing/2014/main" id="{61FE2826-033A-4FB5-A6BF-66F5174614E8}"/>
              </a:ext>
            </a:extLst>
          </p:cNvPr>
          <p:cNvSpPr txBox="1"/>
          <p:nvPr/>
        </p:nvSpPr>
        <p:spPr>
          <a:xfrm>
            <a:off x="957041" y="1715095"/>
            <a:ext cx="7270350" cy="4067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Autofit/>
          </a:bodyPr>
          <a:lstStyle>
            <a:defPPr>
              <a:defRPr lang="en-IN"/>
            </a:defPPr>
            <a:lvl1pPr marL="285750" indent="-285750" eaLnBrk="1" hangingPunct="1">
              <a:spcBef>
                <a:spcPts val="0"/>
              </a:spcBef>
              <a:spcAft>
                <a:spcPts val="600"/>
              </a:spcAft>
              <a:buClr>
                <a:srgbClr val="C00000"/>
              </a:buClr>
              <a:buSzPct val="150000"/>
              <a:buFont typeface="Arial" panose="020B0604020202020204" pitchFamily="34" charset="0"/>
              <a:buChar char="•"/>
              <a:defRPr sz="1600" b="0">
                <a:latin typeface="+mn-lt"/>
              </a:defRPr>
            </a:lvl1pPr>
            <a:lvl2pPr marL="742950" indent="-285750" eaLnBrk="1" hangingPunct="1">
              <a:spcBef>
                <a:spcPts val="0"/>
              </a:spcBef>
              <a:spcAft>
                <a:spcPts val="600"/>
              </a:spcAft>
              <a:buClr>
                <a:srgbClr val="C00000"/>
              </a:buClr>
              <a:buFont typeface="Courier New" panose="02070309020205020404" pitchFamily="49" charset="0"/>
              <a:buChar char="o"/>
              <a:defRPr sz="1800">
                <a:latin typeface="+mn-lt"/>
              </a:defRPr>
            </a:lvl2pPr>
            <a:lvl3pPr marL="1143000" indent="-228600" eaLnBrk="1" hangingPunct="1">
              <a:spcBef>
                <a:spcPts val="0"/>
              </a:spcBef>
              <a:spcAft>
                <a:spcPts val="600"/>
              </a:spcAft>
              <a:buClr>
                <a:srgbClr val="C00000"/>
              </a:buClr>
              <a:buFont typeface="Wingdings" panose="05000000000000000000" pitchFamily="2" charset="2"/>
              <a:buChar char="§"/>
              <a:defRPr sz="1800">
                <a:latin typeface="+mn-lt"/>
              </a:defRPr>
            </a:lvl3pPr>
            <a:lvl4pPr marL="1600200" indent="-228600" eaLnBrk="1" hangingPunct="1">
              <a:spcBef>
                <a:spcPts val="0"/>
              </a:spcBef>
              <a:spcAft>
                <a:spcPts val="600"/>
              </a:spcAft>
              <a:buClr>
                <a:srgbClr val="C00000"/>
              </a:buClr>
              <a:buSzPct val="70000"/>
              <a:buFont typeface="Wingdings" panose="05000000000000000000" pitchFamily="2" charset="2"/>
              <a:buChar char="q"/>
              <a:defRPr sz="1800">
                <a:latin typeface="+mn-lt"/>
              </a:defRPr>
            </a:lvl4pPr>
            <a:lvl5pPr marL="2057400" indent="-228600" eaLnBrk="1" hangingPunct="1">
              <a:spcBef>
                <a:spcPts val="0"/>
              </a:spcBef>
              <a:spcAft>
                <a:spcPts val="600"/>
              </a:spcAft>
              <a:buClr>
                <a:srgbClr val="C00000"/>
              </a:buClr>
              <a:buFont typeface="Arial" panose="020B0604020202020204" pitchFamily="34" charset="0"/>
              <a:buChar char="»"/>
              <a:defRPr sz="1800">
                <a:latin typeface="+mn-lt"/>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algn="just"/>
            <a:r>
              <a:rPr lang="en-US">
                <a:ea typeface="+mn-lt"/>
                <a:cs typeface="+mn-lt"/>
              </a:rPr>
              <a:t>The Source: We merged data from the 2019, 2020, and 2021 HASOC challenges to get a highly diverse mix of real-world internet comments.</a:t>
            </a:r>
            <a:endParaRPr lang="en-US" dirty="0"/>
          </a:p>
          <a:p>
            <a:pPr algn="just"/>
            <a:endParaRPr lang="en-US" dirty="0"/>
          </a:p>
          <a:p>
            <a:pPr algn="just"/>
            <a:r>
              <a:rPr lang="en-US">
                <a:ea typeface="+mn-lt"/>
                <a:cs typeface="+mn-lt"/>
              </a:rPr>
              <a:t>The Breakdown: We started with over 13,500 comments. The toxic ones were split into three categories: Hate, Offensive, and Profanity.</a:t>
            </a:r>
            <a:endParaRPr lang="en-US" dirty="0"/>
          </a:p>
          <a:p>
            <a:pPr algn="just"/>
            <a:endParaRPr lang="en-US" dirty="0"/>
          </a:p>
          <a:p>
            <a:pPr algn="just"/>
            <a:r>
              <a:rPr lang="en-US">
                <a:ea typeface="+mn-lt"/>
                <a:cs typeface="+mn-lt"/>
              </a:rPr>
              <a:t>Leveling the Playing Field: Because there were naturally more clean comments than toxic ones, we used a technique called random oversampling to balance the dataset perfectly at 9,000 comments per category.</a:t>
            </a:r>
            <a:endParaRPr lang="en-US" dirty="0"/>
          </a:p>
          <a:p>
            <a:pPr algn="just"/>
            <a:endParaRPr lang="en-US" dirty="0"/>
          </a:p>
          <a:p>
            <a:pPr algn="just"/>
            <a:r>
              <a:rPr lang="en-US" dirty="0">
                <a:ea typeface="+mn-lt"/>
                <a:cs typeface="+mn-lt"/>
              </a:rPr>
              <a:t>How We Graded the AI: We didn't just look at basic accuracy; we rigorously tested the models using Precision, Recall, and F1-Scores to ensure they weren't just guessing.</a:t>
            </a:r>
            <a:endParaRPr lang="en-US" dirty="0"/>
          </a:p>
        </p:txBody>
      </p:sp>
      <p:sp>
        <p:nvSpPr>
          <p:cNvPr id="2" name="Title 1">
            <a:extLst>
              <a:ext uri="{FF2B5EF4-FFF2-40B4-BE49-F238E27FC236}">
                <a16:creationId xmlns:a16="http://schemas.microsoft.com/office/drawing/2014/main" id="{916E453C-8F12-2B3C-3B56-48D3643784B3}"/>
              </a:ext>
            </a:extLst>
          </p:cNvPr>
          <p:cNvSpPr>
            <a:spLocks noGrp="1"/>
          </p:cNvSpPr>
          <p:nvPr>
            <p:ph type="title"/>
          </p:nvPr>
        </p:nvSpPr>
        <p:spPr>
          <a:xfrm>
            <a:off x="2194025" y="978156"/>
            <a:ext cx="4752528" cy="443023"/>
          </a:xfrm>
        </p:spPr>
        <p:txBody>
          <a:bodyPr/>
          <a:lstStyle/>
          <a:p>
            <a:pPr lvl="0" algn="ctr"/>
            <a:r>
              <a:rPr lang="en-IN" dirty="0"/>
              <a:t>Data Collection and Analysis </a:t>
            </a:r>
          </a:p>
        </p:txBody>
      </p:sp>
    </p:spTree>
    <p:extLst>
      <p:ext uri="{BB962C8B-B14F-4D97-AF65-F5344CB8AC3E}">
        <p14:creationId xmlns:p14="http://schemas.microsoft.com/office/powerpoint/2010/main" val="1645219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77086F-4963-401C-8024-DC384E4789E5}"/>
              </a:ext>
            </a:extLst>
          </p:cNvPr>
          <p:cNvSpPr>
            <a:spLocks noGrp="1"/>
          </p:cNvSpPr>
          <p:nvPr>
            <p:ph type="sldNum" sz="quarter" idx="12"/>
          </p:nvPr>
        </p:nvSpPr>
        <p:spPr/>
        <p:txBody>
          <a:bodyPr/>
          <a:lstStyle/>
          <a:p>
            <a:fld id="{8725687D-C4BB-4170-8738-C54F5060FC5B}" type="slidenum">
              <a:rPr lang="en-IN" smtClean="0"/>
              <a:pPr/>
              <a:t>7</a:t>
            </a:fld>
            <a:endParaRPr lang="en-IN" dirty="0"/>
          </a:p>
        </p:txBody>
      </p:sp>
      <p:sp>
        <p:nvSpPr>
          <p:cNvPr id="9" name="TextBox 8">
            <a:extLst>
              <a:ext uri="{FF2B5EF4-FFF2-40B4-BE49-F238E27FC236}">
                <a16:creationId xmlns:a16="http://schemas.microsoft.com/office/drawing/2014/main" id="{61FE2826-033A-4FB5-A6BF-66F5174614E8}"/>
              </a:ext>
            </a:extLst>
          </p:cNvPr>
          <p:cNvSpPr txBox="1"/>
          <p:nvPr/>
        </p:nvSpPr>
        <p:spPr>
          <a:xfrm>
            <a:off x="1121347" y="1507927"/>
            <a:ext cx="6925069" cy="4282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Autofit/>
          </a:bodyPr>
          <a:lstStyle>
            <a:defPPr>
              <a:defRPr lang="en-IN"/>
            </a:defPPr>
            <a:lvl1pPr marL="285750" indent="-285750" eaLnBrk="1" hangingPunct="1">
              <a:spcBef>
                <a:spcPts val="0"/>
              </a:spcBef>
              <a:spcAft>
                <a:spcPts val="600"/>
              </a:spcAft>
              <a:buClr>
                <a:srgbClr val="C00000"/>
              </a:buClr>
              <a:buSzPct val="150000"/>
              <a:buFont typeface="Arial" panose="020B0604020202020204" pitchFamily="34" charset="0"/>
              <a:buChar char="•"/>
              <a:defRPr sz="1600" b="0">
                <a:latin typeface="+mn-lt"/>
              </a:defRPr>
            </a:lvl1pPr>
            <a:lvl2pPr marL="742950" indent="-285750" eaLnBrk="1" hangingPunct="1">
              <a:spcBef>
                <a:spcPts val="0"/>
              </a:spcBef>
              <a:spcAft>
                <a:spcPts val="600"/>
              </a:spcAft>
              <a:buClr>
                <a:srgbClr val="C00000"/>
              </a:buClr>
              <a:buFont typeface="Courier New" panose="02070309020205020404" pitchFamily="49" charset="0"/>
              <a:buChar char="o"/>
              <a:defRPr sz="1800">
                <a:latin typeface="+mn-lt"/>
              </a:defRPr>
            </a:lvl2pPr>
            <a:lvl3pPr marL="1143000" indent="-228600" eaLnBrk="1" hangingPunct="1">
              <a:spcBef>
                <a:spcPts val="0"/>
              </a:spcBef>
              <a:spcAft>
                <a:spcPts val="600"/>
              </a:spcAft>
              <a:buClr>
                <a:srgbClr val="C00000"/>
              </a:buClr>
              <a:buFont typeface="Wingdings" panose="05000000000000000000" pitchFamily="2" charset="2"/>
              <a:buChar char="§"/>
              <a:defRPr sz="1800">
                <a:latin typeface="+mn-lt"/>
              </a:defRPr>
            </a:lvl3pPr>
            <a:lvl4pPr marL="1600200" indent="-228600" eaLnBrk="1" hangingPunct="1">
              <a:spcBef>
                <a:spcPts val="0"/>
              </a:spcBef>
              <a:spcAft>
                <a:spcPts val="600"/>
              </a:spcAft>
              <a:buClr>
                <a:srgbClr val="C00000"/>
              </a:buClr>
              <a:buSzPct val="70000"/>
              <a:buFont typeface="Wingdings" panose="05000000000000000000" pitchFamily="2" charset="2"/>
              <a:buChar char="q"/>
              <a:defRPr sz="1800">
                <a:latin typeface="+mn-lt"/>
              </a:defRPr>
            </a:lvl4pPr>
            <a:lvl5pPr marL="2057400" indent="-228600" eaLnBrk="1" hangingPunct="1">
              <a:spcBef>
                <a:spcPts val="0"/>
              </a:spcBef>
              <a:spcAft>
                <a:spcPts val="600"/>
              </a:spcAft>
              <a:buClr>
                <a:srgbClr val="C00000"/>
              </a:buClr>
              <a:buFont typeface="Arial" panose="020B0604020202020204" pitchFamily="34" charset="0"/>
              <a:buChar char="»"/>
              <a:defRPr sz="1800">
                <a:latin typeface="+mn-lt"/>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algn="just"/>
            <a:r>
              <a:rPr lang="en-US" dirty="0">
                <a:ea typeface="+mn-lt"/>
                <a:cs typeface="+mn-lt"/>
              </a:rPr>
              <a:t>Individual Performance: On their own, our models did well. Standard </a:t>
            </a:r>
            <a:r>
              <a:rPr lang="en-US" dirty="0" err="1">
                <a:ea typeface="+mn-lt"/>
                <a:cs typeface="+mn-lt"/>
              </a:rPr>
              <a:t>mBERT</a:t>
            </a:r>
            <a:r>
              <a:rPr lang="en-US" dirty="0">
                <a:ea typeface="+mn-lt"/>
                <a:cs typeface="+mn-lt"/>
              </a:rPr>
              <a:t> hit 90% accuracy, while </a:t>
            </a:r>
            <a:r>
              <a:rPr lang="en-US" dirty="0" err="1">
                <a:ea typeface="+mn-lt"/>
                <a:cs typeface="+mn-lt"/>
              </a:rPr>
              <a:t>IndicBERT</a:t>
            </a:r>
            <a:r>
              <a:rPr lang="en-US" dirty="0">
                <a:ea typeface="+mn-lt"/>
                <a:cs typeface="+mn-lt"/>
              </a:rPr>
              <a:t> and </a:t>
            </a:r>
            <a:r>
              <a:rPr lang="en-US" dirty="0" err="1">
                <a:ea typeface="+mn-lt"/>
                <a:cs typeface="+mn-lt"/>
              </a:rPr>
              <a:t>HateBERT</a:t>
            </a:r>
            <a:r>
              <a:rPr lang="en-US" dirty="0">
                <a:ea typeface="+mn-lt"/>
                <a:cs typeface="+mn-lt"/>
              </a:rPr>
              <a:t> hovered around 87-88%.</a:t>
            </a:r>
            <a:endParaRPr lang="en-US" dirty="0"/>
          </a:p>
          <a:p>
            <a:pPr algn="just"/>
            <a:endParaRPr lang="en-US" dirty="0"/>
          </a:p>
          <a:p>
            <a:pPr algn="just"/>
            <a:r>
              <a:rPr lang="en-US" dirty="0">
                <a:ea typeface="+mn-lt"/>
                <a:cs typeface="+mn-lt"/>
              </a:rPr>
              <a:t>The Power of Teamwork: When we stacked them together using our custom methodology, the results jumped significantly.</a:t>
            </a:r>
            <a:endParaRPr lang="en-US" dirty="0"/>
          </a:p>
          <a:p>
            <a:pPr algn="just"/>
            <a:endParaRPr lang="en-US" dirty="0"/>
          </a:p>
          <a:p>
            <a:pPr algn="just"/>
            <a:r>
              <a:rPr lang="en-US">
                <a:ea typeface="+mn-lt"/>
                <a:cs typeface="+mn-lt"/>
              </a:rPr>
              <a:t>Spotting the Trolls (Binary): Our combined model reached a massive 94% accuracy in simply telling apart abusive vs. safe comments.</a:t>
            </a:r>
            <a:endParaRPr lang="en-US" dirty="0"/>
          </a:p>
          <a:p>
            <a:pPr algn="just"/>
            <a:endParaRPr lang="en-US" dirty="0"/>
          </a:p>
          <a:p>
            <a:pPr algn="just"/>
            <a:r>
              <a:rPr lang="en-US" dirty="0">
                <a:ea typeface="+mn-lt"/>
                <a:cs typeface="+mn-lt"/>
              </a:rPr>
              <a:t>Categorizing the Toxicity (Multiclass): When asked to specifically identify if the abuse was </a:t>
            </a:r>
            <a:r>
              <a:rPr lang="en-US" dirty="0" err="1">
                <a:ea typeface="+mn-lt"/>
                <a:cs typeface="+mn-lt"/>
              </a:rPr>
              <a:t>hate</a:t>
            </a:r>
            <a:r>
              <a:rPr lang="en-US" dirty="0">
                <a:ea typeface="+mn-lt"/>
                <a:cs typeface="+mn-lt"/>
              </a:rPr>
              <a:t> speech, offensive language, or raw profanity, the system still maintained a highly impressive 93% accuracy.</a:t>
            </a:r>
            <a:endParaRPr lang="en-US" dirty="0"/>
          </a:p>
        </p:txBody>
      </p:sp>
      <p:sp>
        <p:nvSpPr>
          <p:cNvPr id="2" name="Title 1">
            <a:extLst>
              <a:ext uri="{FF2B5EF4-FFF2-40B4-BE49-F238E27FC236}">
                <a16:creationId xmlns:a16="http://schemas.microsoft.com/office/drawing/2014/main" id="{916E453C-8F12-2B3C-3B56-48D3643784B3}"/>
              </a:ext>
            </a:extLst>
          </p:cNvPr>
          <p:cNvSpPr>
            <a:spLocks noGrp="1"/>
          </p:cNvSpPr>
          <p:nvPr>
            <p:ph type="title"/>
          </p:nvPr>
        </p:nvSpPr>
        <p:spPr>
          <a:xfrm>
            <a:off x="2194025" y="809200"/>
            <a:ext cx="4752528" cy="443023"/>
          </a:xfrm>
        </p:spPr>
        <p:txBody>
          <a:bodyPr/>
          <a:lstStyle/>
          <a:p>
            <a:pPr lvl="0" algn="ctr"/>
            <a:r>
              <a:rPr lang="en-IN" dirty="0"/>
              <a:t>Findings</a:t>
            </a:r>
          </a:p>
        </p:txBody>
      </p:sp>
    </p:spTree>
    <p:extLst>
      <p:ext uri="{BB962C8B-B14F-4D97-AF65-F5344CB8AC3E}">
        <p14:creationId xmlns:p14="http://schemas.microsoft.com/office/powerpoint/2010/main" val="2838946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5093F9-3FB3-940E-14FF-B0F73010D7C7}"/>
              </a:ext>
            </a:extLst>
          </p:cNvPr>
          <p:cNvSpPr>
            <a:spLocks noGrp="1"/>
          </p:cNvSpPr>
          <p:nvPr>
            <p:ph type="sldNum" sz="quarter" idx="12"/>
          </p:nvPr>
        </p:nvSpPr>
        <p:spPr/>
        <p:txBody>
          <a:bodyPr/>
          <a:lstStyle/>
          <a:p>
            <a:fld id="{8725687D-C4BB-4170-8738-C54F5060FC5B}" type="slidenum">
              <a:rPr lang="en-IN" smtClean="0"/>
              <a:pPr/>
              <a:t>8</a:t>
            </a:fld>
            <a:endParaRPr lang="en-IN"/>
          </a:p>
        </p:txBody>
      </p:sp>
      <p:pic>
        <p:nvPicPr>
          <p:cNvPr id="6" name="Content Placeholder 5" descr="A screenshot of a chat&#10;&#10;AI-generated content may be incorrect.">
            <a:extLst>
              <a:ext uri="{FF2B5EF4-FFF2-40B4-BE49-F238E27FC236}">
                <a16:creationId xmlns:a16="http://schemas.microsoft.com/office/drawing/2014/main" id="{BDB1085F-0E5A-176A-4AB8-8305284871D9}"/>
              </a:ext>
            </a:extLst>
          </p:cNvPr>
          <p:cNvPicPr>
            <a:picLocks noGrp="1" noChangeAspect="1"/>
          </p:cNvPicPr>
          <p:nvPr>
            <p:ph sz="quarter" idx="15"/>
          </p:nvPr>
        </p:nvPicPr>
        <p:blipFill>
          <a:blip r:embed="rId2"/>
          <a:stretch>
            <a:fillRect/>
          </a:stretch>
        </p:blipFill>
        <p:spPr bwMode="auto">
          <a:xfrm>
            <a:off x="747238" y="1512879"/>
            <a:ext cx="7748999" cy="465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C2E369C1-DC13-8F3B-DA60-EAC99B4593FD}"/>
              </a:ext>
            </a:extLst>
          </p:cNvPr>
          <p:cNvSpPr>
            <a:spLocks noGrp="1"/>
          </p:cNvSpPr>
          <p:nvPr>
            <p:ph type="title"/>
          </p:nvPr>
        </p:nvSpPr>
        <p:spPr>
          <a:xfrm>
            <a:off x="2676297" y="581022"/>
            <a:ext cx="3868784" cy="951324"/>
          </a:xfrm>
        </p:spPr>
        <p:txBody>
          <a:bodyPr/>
          <a:lstStyle/>
          <a:p>
            <a:r>
              <a:rPr lang="en-US" dirty="0"/>
              <a:t>Appli</a:t>
            </a:r>
            <a:r>
              <a:rPr lang="en-US"/>
              <a:t>cation Interface</a:t>
            </a:r>
          </a:p>
        </p:txBody>
      </p:sp>
    </p:spTree>
    <p:extLst>
      <p:ext uri="{BB962C8B-B14F-4D97-AF65-F5344CB8AC3E}">
        <p14:creationId xmlns:p14="http://schemas.microsoft.com/office/powerpoint/2010/main" val="1708786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77086F-4963-401C-8024-DC384E4789E5}"/>
              </a:ext>
            </a:extLst>
          </p:cNvPr>
          <p:cNvSpPr>
            <a:spLocks noGrp="1"/>
          </p:cNvSpPr>
          <p:nvPr>
            <p:ph type="sldNum" sz="quarter" idx="12"/>
          </p:nvPr>
        </p:nvSpPr>
        <p:spPr/>
        <p:txBody>
          <a:bodyPr/>
          <a:lstStyle/>
          <a:p>
            <a:fld id="{8725687D-C4BB-4170-8738-C54F5060FC5B}" type="slidenum">
              <a:rPr lang="en-IN" smtClean="0"/>
              <a:pPr/>
              <a:t>9</a:t>
            </a:fld>
            <a:endParaRPr lang="en-IN" dirty="0"/>
          </a:p>
        </p:txBody>
      </p:sp>
      <p:sp>
        <p:nvSpPr>
          <p:cNvPr id="9" name="TextBox 8">
            <a:extLst>
              <a:ext uri="{FF2B5EF4-FFF2-40B4-BE49-F238E27FC236}">
                <a16:creationId xmlns:a16="http://schemas.microsoft.com/office/drawing/2014/main" id="{61FE2826-033A-4FB5-A6BF-66F5174614E8}"/>
              </a:ext>
            </a:extLst>
          </p:cNvPr>
          <p:cNvSpPr txBox="1"/>
          <p:nvPr/>
        </p:nvSpPr>
        <p:spPr>
          <a:xfrm>
            <a:off x="1092772" y="1000720"/>
            <a:ext cx="6953644" cy="4372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Autofit/>
          </a:bodyPr>
          <a:lstStyle>
            <a:defPPr>
              <a:defRPr lang="en-IN"/>
            </a:defPPr>
            <a:lvl1pPr marL="285750" indent="-285750" eaLnBrk="1" hangingPunct="1">
              <a:spcBef>
                <a:spcPts val="0"/>
              </a:spcBef>
              <a:spcAft>
                <a:spcPts val="600"/>
              </a:spcAft>
              <a:buClr>
                <a:srgbClr val="C00000"/>
              </a:buClr>
              <a:buSzPct val="150000"/>
              <a:buFont typeface="Arial" panose="020B0604020202020204" pitchFamily="34" charset="0"/>
              <a:buChar char="•"/>
              <a:defRPr sz="1600" b="0">
                <a:latin typeface="+mn-lt"/>
              </a:defRPr>
            </a:lvl1pPr>
            <a:lvl2pPr marL="742950" indent="-285750" eaLnBrk="1" hangingPunct="1">
              <a:spcBef>
                <a:spcPts val="0"/>
              </a:spcBef>
              <a:spcAft>
                <a:spcPts val="600"/>
              </a:spcAft>
              <a:buClr>
                <a:srgbClr val="C00000"/>
              </a:buClr>
              <a:buFont typeface="Courier New" panose="02070309020205020404" pitchFamily="49" charset="0"/>
              <a:buChar char="o"/>
              <a:defRPr sz="1800">
                <a:latin typeface="+mn-lt"/>
              </a:defRPr>
            </a:lvl2pPr>
            <a:lvl3pPr marL="1143000" indent="-228600" eaLnBrk="1" hangingPunct="1">
              <a:spcBef>
                <a:spcPts val="0"/>
              </a:spcBef>
              <a:spcAft>
                <a:spcPts val="600"/>
              </a:spcAft>
              <a:buClr>
                <a:srgbClr val="C00000"/>
              </a:buClr>
              <a:buFont typeface="Wingdings" panose="05000000000000000000" pitchFamily="2" charset="2"/>
              <a:buChar char="§"/>
              <a:defRPr sz="1800">
                <a:latin typeface="+mn-lt"/>
              </a:defRPr>
            </a:lvl3pPr>
            <a:lvl4pPr marL="1600200" indent="-228600" eaLnBrk="1" hangingPunct="1">
              <a:spcBef>
                <a:spcPts val="0"/>
              </a:spcBef>
              <a:spcAft>
                <a:spcPts val="600"/>
              </a:spcAft>
              <a:buClr>
                <a:srgbClr val="C00000"/>
              </a:buClr>
              <a:buSzPct val="70000"/>
              <a:buFont typeface="Wingdings" panose="05000000000000000000" pitchFamily="2" charset="2"/>
              <a:buChar char="q"/>
              <a:defRPr sz="1800">
                <a:latin typeface="+mn-lt"/>
              </a:defRPr>
            </a:lvl4pPr>
            <a:lvl5pPr marL="2057400" indent="-228600" eaLnBrk="1" hangingPunct="1">
              <a:spcBef>
                <a:spcPts val="0"/>
              </a:spcBef>
              <a:spcAft>
                <a:spcPts val="600"/>
              </a:spcAft>
              <a:buClr>
                <a:srgbClr val="C00000"/>
              </a:buClr>
              <a:buFont typeface="Arial" panose="020B0604020202020204" pitchFamily="34" charset="0"/>
              <a:buChar char="»"/>
              <a:defRPr sz="1800">
                <a:latin typeface="+mn-lt"/>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algn="just"/>
            <a:r>
              <a:rPr lang="en-US" dirty="0">
                <a:ea typeface="+mn-lt"/>
                <a:cs typeface="+mn-lt"/>
              </a:rPr>
              <a:t>Teamwork Wins: Combining models with different backgrounds (like </a:t>
            </a:r>
            <a:r>
              <a:rPr lang="en-US" dirty="0" err="1">
                <a:ea typeface="+mn-lt"/>
                <a:cs typeface="+mn-lt"/>
              </a:rPr>
              <a:t>IndicBERT's</a:t>
            </a:r>
            <a:r>
              <a:rPr lang="en-US" dirty="0">
                <a:ea typeface="+mn-lt"/>
                <a:cs typeface="+mn-lt"/>
              </a:rPr>
              <a:t> local language knowledge and </a:t>
            </a:r>
            <a:r>
              <a:rPr lang="en-US" dirty="0" err="1">
                <a:ea typeface="+mn-lt"/>
                <a:cs typeface="+mn-lt"/>
              </a:rPr>
              <a:t>HateBERT's</a:t>
            </a:r>
            <a:r>
              <a:rPr lang="en-US" dirty="0">
                <a:ea typeface="+mn-lt"/>
                <a:cs typeface="+mn-lt"/>
              </a:rPr>
              <a:t> toxicity training) creates a much smarter, well-rounded moderation tool.</a:t>
            </a:r>
            <a:endParaRPr lang="en-US" dirty="0"/>
          </a:p>
          <a:p>
            <a:pPr algn="just"/>
            <a:endParaRPr lang="en-US" dirty="0"/>
          </a:p>
          <a:p>
            <a:pPr algn="just"/>
            <a:r>
              <a:rPr lang="en-US" dirty="0">
                <a:ea typeface="+mn-lt"/>
                <a:cs typeface="+mn-lt"/>
              </a:rPr>
              <a:t>Ready for the Real World: This system proves we can automate the heavy lifting of content moderation, </a:t>
            </a:r>
            <a:r>
              <a:rPr lang="en-US" dirty="0" err="1">
                <a:ea typeface="+mn-lt"/>
                <a:cs typeface="+mn-lt"/>
              </a:rPr>
              <a:t>saving</a:t>
            </a:r>
            <a:r>
              <a:rPr lang="en-US" dirty="0">
                <a:ea typeface="+mn-lt"/>
                <a:cs typeface="+mn-lt"/>
              </a:rPr>
              <a:t> businesses time and money while keeping platforms safe.</a:t>
            </a:r>
            <a:endParaRPr lang="en-US" dirty="0"/>
          </a:p>
          <a:p>
            <a:pPr algn="just"/>
            <a:endParaRPr lang="en-US" dirty="0"/>
          </a:p>
          <a:p>
            <a:pPr algn="just"/>
            <a:r>
              <a:rPr lang="en-US">
                <a:ea typeface="+mn-lt"/>
                <a:cs typeface="+mn-lt"/>
              </a:rPr>
              <a:t>What’s Next? Future versions need to get better at understanding deep sarcasm, adapting to new internet slang as it evolves, and reading emojis alongside text.</a:t>
            </a:r>
            <a:endParaRPr lang="en-US" dirty="0"/>
          </a:p>
        </p:txBody>
      </p:sp>
      <p:sp>
        <p:nvSpPr>
          <p:cNvPr id="2" name="Title 1">
            <a:extLst>
              <a:ext uri="{FF2B5EF4-FFF2-40B4-BE49-F238E27FC236}">
                <a16:creationId xmlns:a16="http://schemas.microsoft.com/office/drawing/2014/main" id="{916E453C-8F12-2B3C-3B56-48D3643784B3}"/>
              </a:ext>
            </a:extLst>
          </p:cNvPr>
          <p:cNvSpPr>
            <a:spLocks noGrp="1"/>
          </p:cNvSpPr>
          <p:nvPr>
            <p:ph type="title"/>
          </p:nvPr>
        </p:nvSpPr>
        <p:spPr>
          <a:xfrm>
            <a:off x="2194025" y="997206"/>
            <a:ext cx="4752528" cy="443023"/>
          </a:xfrm>
        </p:spPr>
        <p:txBody>
          <a:bodyPr/>
          <a:lstStyle/>
          <a:p>
            <a:pPr lvl="0" algn="ctr"/>
            <a:r>
              <a:rPr lang="en-IN" dirty="0"/>
              <a:t>Conclusions</a:t>
            </a:r>
          </a:p>
        </p:txBody>
      </p:sp>
    </p:spTree>
    <p:extLst>
      <p:ext uri="{BB962C8B-B14F-4D97-AF65-F5344CB8AC3E}">
        <p14:creationId xmlns:p14="http://schemas.microsoft.com/office/powerpoint/2010/main" val="887224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77086F-4963-401C-8024-DC384E4789E5}"/>
              </a:ext>
            </a:extLst>
          </p:cNvPr>
          <p:cNvSpPr>
            <a:spLocks noGrp="1"/>
          </p:cNvSpPr>
          <p:nvPr>
            <p:ph type="sldNum" sz="quarter" idx="12"/>
          </p:nvPr>
        </p:nvSpPr>
        <p:spPr/>
        <p:txBody>
          <a:bodyPr/>
          <a:lstStyle/>
          <a:p>
            <a:fld id="{8725687D-C4BB-4170-8738-C54F5060FC5B}" type="slidenum">
              <a:rPr lang="en-IN" smtClean="0"/>
              <a:pPr/>
              <a:t>10</a:t>
            </a:fld>
            <a:endParaRPr lang="en-IN" dirty="0"/>
          </a:p>
        </p:txBody>
      </p:sp>
      <p:sp>
        <p:nvSpPr>
          <p:cNvPr id="9" name="TextBox 8">
            <a:extLst>
              <a:ext uri="{FF2B5EF4-FFF2-40B4-BE49-F238E27FC236}">
                <a16:creationId xmlns:a16="http://schemas.microsoft.com/office/drawing/2014/main" id="{61FE2826-033A-4FB5-A6BF-66F5174614E8}"/>
              </a:ext>
            </a:extLst>
          </p:cNvPr>
          <p:cNvSpPr txBox="1"/>
          <p:nvPr/>
        </p:nvSpPr>
        <p:spPr>
          <a:xfrm>
            <a:off x="1042766" y="1710333"/>
            <a:ext cx="7003650" cy="4096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noAutofit/>
          </a:bodyPr>
          <a:lstStyle>
            <a:defPPr>
              <a:defRPr lang="en-IN"/>
            </a:defPPr>
            <a:lvl1pPr marL="285750" indent="-285750" eaLnBrk="1" hangingPunct="1">
              <a:spcBef>
                <a:spcPts val="0"/>
              </a:spcBef>
              <a:spcAft>
                <a:spcPts val="600"/>
              </a:spcAft>
              <a:buClr>
                <a:srgbClr val="C00000"/>
              </a:buClr>
              <a:buSzPct val="150000"/>
              <a:buFont typeface="Arial" panose="020B0604020202020204" pitchFamily="34" charset="0"/>
              <a:buChar char="•"/>
              <a:defRPr sz="1600" b="0">
                <a:latin typeface="+mn-lt"/>
              </a:defRPr>
            </a:lvl1pPr>
            <a:lvl2pPr marL="742950" indent="-285750" eaLnBrk="1" hangingPunct="1">
              <a:spcBef>
                <a:spcPts val="0"/>
              </a:spcBef>
              <a:spcAft>
                <a:spcPts val="600"/>
              </a:spcAft>
              <a:buClr>
                <a:srgbClr val="C00000"/>
              </a:buClr>
              <a:buFont typeface="Courier New" panose="02070309020205020404" pitchFamily="49" charset="0"/>
              <a:buChar char="o"/>
              <a:defRPr sz="1800">
                <a:latin typeface="+mn-lt"/>
              </a:defRPr>
            </a:lvl2pPr>
            <a:lvl3pPr marL="1143000" indent="-228600" eaLnBrk="1" hangingPunct="1">
              <a:spcBef>
                <a:spcPts val="0"/>
              </a:spcBef>
              <a:spcAft>
                <a:spcPts val="600"/>
              </a:spcAft>
              <a:buClr>
                <a:srgbClr val="C00000"/>
              </a:buClr>
              <a:buFont typeface="Wingdings" panose="05000000000000000000" pitchFamily="2" charset="2"/>
              <a:buChar char="§"/>
              <a:defRPr sz="1800">
                <a:latin typeface="+mn-lt"/>
              </a:defRPr>
            </a:lvl3pPr>
            <a:lvl4pPr marL="1600200" indent="-228600" eaLnBrk="1" hangingPunct="1">
              <a:spcBef>
                <a:spcPts val="0"/>
              </a:spcBef>
              <a:spcAft>
                <a:spcPts val="600"/>
              </a:spcAft>
              <a:buClr>
                <a:srgbClr val="C00000"/>
              </a:buClr>
              <a:buSzPct val="70000"/>
              <a:buFont typeface="Wingdings" panose="05000000000000000000" pitchFamily="2" charset="2"/>
              <a:buChar char="q"/>
              <a:defRPr sz="1800">
                <a:latin typeface="+mn-lt"/>
              </a:defRPr>
            </a:lvl4pPr>
            <a:lvl5pPr marL="2057400" indent="-228600" eaLnBrk="1" hangingPunct="1">
              <a:spcBef>
                <a:spcPts val="0"/>
              </a:spcBef>
              <a:spcAft>
                <a:spcPts val="600"/>
              </a:spcAft>
              <a:buClr>
                <a:srgbClr val="C00000"/>
              </a:buClr>
              <a:buFont typeface="Arial" panose="020B0604020202020204" pitchFamily="34" charset="0"/>
              <a:buChar char="»"/>
              <a:defRPr sz="1800">
                <a:latin typeface="+mn-lt"/>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pPr>
              <a:buNone/>
            </a:pPr>
            <a:r>
              <a:rPr lang="en-US" dirty="0">
                <a:ea typeface="+mn-lt"/>
                <a:cs typeface="+mn-lt"/>
              </a:rPr>
              <a:t>(Note: Citations shouldn't be heavily altered, but here is a clean, standard format to use)</a:t>
            </a:r>
            <a:endParaRPr lang="en-US" dirty="0"/>
          </a:p>
          <a:p>
            <a:pPr>
              <a:buNone/>
            </a:pPr>
            <a:endParaRPr lang="en-US" dirty="0"/>
          </a:p>
          <a:p>
            <a:pPr algn="just"/>
            <a:r>
              <a:rPr lang="en-US">
                <a:ea typeface="+mn-lt"/>
                <a:cs typeface="+mn-lt"/>
              </a:rPr>
              <a:t>Kenton, J. D., &amp; Toutanova, L. K. (2019). BERT: Pre-training of deep bidirectional transformers for language understanding. Proceedings of NAACL-HLT.</a:t>
            </a:r>
            <a:endParaRPr lang="en-US" dirty="0"/>
          </a:p>
          <a:p>
            <a:pPr algn="just"/>
            <a:endParaRPr lang="en-US" dirty="0"/>
          </a:p>
          <a:p>
            <a:pPr algn="just"/>
            <a:r>
              <a:rPr lang="en-US">
                <a:ea typeface="+mn-lt"/>
                <a:cs typeface="+mn-lt"/>
              </a:rPr>
              <a:t>Rehman, M. Z. U., et al. (2023). User-aware multilingual abusive content detection in social media. Information Processing and Management.</a:t>
            </a:r>
            <a:endParaRPr lang="en-US" dirty="0"/>
          </a:p>
          <a:p>
            <a:pPr algn="just"/>
            <a:endParaRPr lang="en-US" dirty="0"/>
          </a:p>
          <a:p>
            <a:pPr algn="just"/>
            <a:r>
              <a:rPr lang="en-US" dirty="0" err="1">
                <a:ea typeface="+mn-lt"/>
                <a:cs typeface="+mn-lt"/>
              </a:rPr>
              <a:t>MacAvaney</a:t>
            </a:r>
            <a:r>
              <a:rPr lang="en-US" dirty="0">
                <a:ea typeface="+mn-lt"/>
                <a:cs typeface="+mn-lt"/>
              </a:rPr>
              <a:t>, S., et al. (2019). Hate speech detection: Challenges and solutions. </a:t>
            </a:r>
            <a:r>
              <a:rPr lang="en-US" dirty="0" err="1">
                <a:ea typeface="+mn-lt"/>
                <a:cs typeface="+mn-lt"/>
              </a:rPr>
              <a:t>PLoS</a:t>
            </a:r>
            <a:r>
              <a:rPr lang="en-US" dirty="0">
                <a:ea typeface="+mn-lt"/>
                <a:cs typeface="+mn-lt"/>
              </a:rPr>
              <a:t> ONE.</a:t>
            </a:r>
            <a:endParaRPr lang="en-US" dirty="0"/>
          </a:p>
          <a:p>
            <a:pPr algn="just"/>
            <a:endParaRPr lang="en-US" dirty="0"/>
          </a:p>
          <a:p>
            <a:pPr algn="just"/>
            <a:r>
              <a:rPr lang="en-US">
                <a:ea typeface="+mn-lt"/>
                <a:cs typeface="+mn-lt"/>
              </a:rPr>
              <a:t>HASOC Dataset Compilations (2019, 2020, 2021).</a:t>
            </a:r>
            <a:endParaRPr lang="en-US" dirty="0"/>
          </a:p>
        </p:txBody>
      </p:sp>
      <p:sp>
        <p:nvSpPr>
          <p:cNvPr id="2" name="Title 1">
            <a:extLst>
              <a:ext uri="{FF2B5EF4-FFF2-40B4-BE49-F238E27FC236}">
                <a16:creationId xmlns:a16="http://schemas.microsoft.com/office/drawing/2014/main" id="{916E453C-8F12-2B3C-3B56-48D3643784B3}"/>
              </a:ext>
            </a:extLst>
          </p:cNvPr>
          <p:cNvSpPr>
            <a:spLocks noGrp="1"/>
          </p:cNvSpPr>
          <p:nvPr>
            <p:ph type="title"/>
          </p:nvPr>
        </p:nvSpPr>
        <p:spPr>
          <a:xfrm>
            <a:off x="2089250" y="1051974"/>
            <a:ext cx="4752528" cy="443023"/>
          </a:xfrm>
        </p:spPr>
        <p:txBody>
          <a:bodyPr/>
          <a:lstStyle/>
          <a:p>
            <a:pPr lvl="0" algn="ctr"/>
            <a:r>
              <a:rPr lang="en-IN" dirty="0"/>
              <a:t>References</a:t>
            </a:r>
          </a:p>
        </p:txBody>
      </p:sp>
    </p:spTree>
    <p:extLst>
      <p:ext uri="{BB962C8B-B14F-4D97-AF65-F5344CB8AC3E}">
        <p14:creationId xmlns:p14="http://schemas.microsoft.com/office/powerpoint/2010/main" val="4036159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23;p2">
            <a:extLst>
              <a:ext uri="{FF2B5EF4-FFF2-40B4-BE49-F238E27FC236}">
                <a16:creationId xmlns:a16="http://schemas.microsoft.com/office/drawing/2014/main" id="{3DD7C0C0-A7FD-2BB3-90E2-FE1B8DA63372}"/>
              </a:ext>
            </a:extLst>
          </p:cNvPr>
          <p:cNvSpPr txBox="1"/>
          <p:nvPr/>
        </p:nvSpPr>
        <p:spPr>
          <a:xfrm>
            <a:off x="1871700" y="3212976"/>
            <a:ext cx="4823657" cy="629100"/>
          </a:xfrm>
          <a:prstGeom prst="rect">
            <a:avLst/>
          </a:prstGeom>
          <a:noFill/>
          <a:ln>
            <a:noFill/>
          </a:ln>
        </p:spPr>
        <p:txBody>
          <a:bodyPr spcFirstLastPara="1" wrap="square" lIns="68569" tIns="68569" rIns="68569" bIns="68569"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IN" sz="1800" b="0" i="0" u="none" strike="noStrike" baseline="0" dirty="0">
                <a:solidFill>
                  <a:srgbClr val="FFFFFF"/>
                </a:solidFill>
                <a:latin typeface="Montserrat-Thin"/>
              </a:rPr>
              <a:t>THANK YOU</a:t>
            </a:r>
            <a:endParaRPr lang="en-US" sz="2400" dirty="0">
              <a:solidFill>
                <a:schemeClr val="bg1"/>
              </a:solidFill>
              <a:latin typeface="Montserrat Medium" panose="00000600000000000000" pitchFamily="2" charset="0"/>
              <a:ea typeface="Verdana" pitchFamily="34" charset="0"/>
              <a:cs typeface="Verdana" pitchFamily="34" charset="0"/>
              <a:sym typeface="Libre Baskerville"/>
            </a:endParaRPr>
          </a:p>
        </p:txBody>
      </p:sp>
    </p:spTree>
    <p:extLst>
      <p:ext uri="{BB962C8B-B14F-4D97-AF65-F5344CB8AC3E}">
        <p14:creationId xmlns:p14="http://schemas.microsoft.com/office/powerpoint/2010/main" val="24266712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a7f5b1cd31814dfdcfe7e01dfa8a4c631a2d342"/>
</p:tagLst>
</file>

<file path=ppt/theme/theme1.xml><?xml version="1.0" encoding="utf-8"?>
<a:theme xmlns:a="http://schemas.openxmlformats.org/drawingml/2006/main" name="Theme2">
  <a:themeElements>
    <a:clrScheme name="Custom 2">
      <a:dk1>
        <a:sysClr val="windowText" lastClr="000000"/>
      </a:dk1>
      <a:lt1>
        <a:srgbClr val="FFFFFF"/>
      </a:lt1>
      <a:dk2>
        <a:srgbClr val="FFFFFF"/>
      </a:dk2>
      <a:lt2>
        <a:srgbClr val="EEECE1"/>
      </a:lt2>
      <a:accent1>
        <a:srgbClr val="4F81BD"/>
      </a:accent1>
      <a:accent2>
        <a:srgbClr val="C0504D"/>
      </a:accent2>
      <a:accent3>
        <a:srgbClr val="F79646"/>
      </a:accent3>
      <a:accent4>
        <a:srgbClr val="8064A2"/>
      </a:accent4>
      <a:accent5>
        <a:srgbClr val="4BACC6"/>
      </a:accent5>
      <a:accent6>
        <a:srgbClr val="FAC08F"/>
      </a:accent6>
      <a:hlink>
        <a:srgbClr val="0000FF"/>
      </a:hlink>
      <a:folHlink>
        <a:srgbClr val="800080"/>
      </a:folHlink>
    </a:clrScheme>
    <a:fontScheme name="Case Study COL22">
      <a:majorFont>
        <a:latin typeface="Montserrat SemiBold"/>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1" id="{625E818F-FC5C-4F0C-BABD-8DA80A61B35B}" vid="{D5BE1DD0-2456-4759-B7C6-3E5FA9AF9F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2803</TotalTime>
  <Words>122</Words>
  <Application>Microsoft Office PowerPoint</Application>
  <PresentationFormat>On-screen Show (4:3)</PresentationFormat>
  <Paragraphs>52</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Theme2</vt:lpstr>
      <vt:lpstr>PowerPoint Presentation</vt:lpstr>
      <vt:lpstr>Introduction: </vt:lpstr>
      <vt:lpstr>Objective, Scope, and Purpose of Study: </vt:lpstr>
      <vt:lpstr>Literature Review </vt:lpstr>
      <vt:lpstr>Research Methodology</vt:lpstr>
      <vt:lpstr>Data Collection and Analysis </vt:lpstr>
      <vt:lpstr>Findings</vt:lpstr>
      <vt:lpstr>Application Interface</vt:lpstr>
      <vt:lpstr>Conclusions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INTEL</dc:creator>
  <cp:lastModifiedBy>Ganesh Shinde</cp:lastModifiedBy>
  <cp:revision>511</cp:revision>
  <dcterms:created xsi:type="dcterms:W3CDTF">2020-04-27T11:11:39Z</dcterms:created>
  <dcterms:modified xsi:type="dcterms:W3CDTF">2026-05-21T13:52:58Z</dcterms:modified>
</cp:coreProperties>
</file>